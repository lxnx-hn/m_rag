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610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635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387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783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0980000" y="4772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0980000" y="7556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7952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7977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8564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10133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80000" y="10614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24000" y="10639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1226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80000" y="14900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15453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00" y="15478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92000" y="16065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92000" y="19934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0487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0512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099351"/>
            <a:ext cx="19800000" cy="55658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6701250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718178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720698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779378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82190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864438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기법(방법 질문의 네 품질 지표 모두 상승)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90696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80000" y="2718178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4000" y="2720698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80000" y="2779378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82190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864438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90696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9602991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