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2880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324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376000"/>
            <a:ext cx="198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</a:rPr>
              <a:t>[학과] [학번] [이름], 지도교수 [지도교수]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3852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찾아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294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질문과 원문의 어휘가 달라 근거 구간을 찾기 어려움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736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근거를 한국어 답변에 충실히 옮기기 어려움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5178198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답변이 근거를 따라 영어로 바뀌는 언어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5620264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세 문제에 맞춘 HyDE, CAD, SCD를 같은 질문 60개에 조합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06233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질문 유형마다 각 기법의 이득과 손실을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80000" y="3240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24000" y="3265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</a:t>
            </a:r>
          </a:p>
        </p:txBody>
      </p:sp>
      <p:pic>
        <p:nvPicPr>
          <p:cNvPr id="15" name="Picture 14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000" y="3852000"/>
            <a:ext cx="9612000" cy="274628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92000" y="6706285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6000" y="6731485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예시 질문으로 본 단독 기법의 작동</a:t>
            </a:r>
          </a:p>
        </p:txBody>
      </p:sp>
      <p:pic>
        <p:nvPicPr>
          <p:cNvPr id="18" name="Picture 17" descr="poster_mechan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7354285"/>
            <a:ext cx="19800000" cy="772192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2000" y="15112212"/>
            <a:ext cx="19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HyDE Hypothetical Document Embeddings   CAD Context-Aware Decoding   SCD Soft Constrained Decoding   패널마다 미적용과 단독 적용 조건을 비교, 점 위치와 글자 크기는 원리를 보인 개념도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15508212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000" y="15533411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질문과 평가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000" y="1612021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15개씩, 한국어 질문 60개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000" y="1652751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18개, 방법 25개, 개념과 결과 17개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16934814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기법의 적용 여부를 조합한 조건 8개, 답변 480개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00" y="1734211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관측값은 모두 0에서 1, 앞의 네 지표는 RAGAS로 계산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17749416"/>
            <a:ext cx="9612000" cy="670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SCD 조건 4, 6, 7, 8의 충실도, 정밀도, 재현율은
  한국어 번역 근거로 평가해 같은 언어 조건끼리 비교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10980000" y="16120212"/>
          <a:ext cx="9611999" cy="236229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48461"/>
                <a:gridCol w="5083269"/>
                <a:gridCol w="2680269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측정 내용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답변의 주장 중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근거에 충실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역으로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모호하거나 회피하는 답변은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답변에 유용한 구간의 순위가 높은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순위가 적절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답변의 주장을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정답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출력 언어, 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Rectangle 27"/>
          <p:cNvSpPr/>
          <p:nvPr/>
        </p:nvSpPr>
        <p:spPr>
          <a:xfrm>
            <a:off x="792000" y="18636018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000" y="18661218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92000" y="19248018"/>
          <a:ext cx="19799991" cy="376155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8656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  <a:gridCol w="1182089"/>
              </a:tblGrid>
              <a:tr h="34981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 vMerge="1"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92000" y="23117579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충실도, 정밀도, 재현율의 굵은 값은 SCD 미적용 조건과 적용 조건 안에서 각각 구한 최댓값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000" y="23526115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HyDE가 0.57에서 0.74로, 충실도는 수치 질문에서 CAD가 0.83에서 0.90으로 높임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80000" y="24078651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24000" y="24103851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결론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80000" y="24762651"/>
            <a:ext cx="9612000" cy="804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63044"/>
                </a:solidFill>
                <a:latin typeface="Malgun Gothic"/>
                <a:ea typeface="Malgun Gothic"/>
              </a:rPr>
              <a:t>- 관련성과 응답 시간이 중요하면 HyDE 하나
  (개념과 결과 질문 포함)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80000" y="26071374"/>
            <a:ext cx="9612000" cy="402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80000" y="26977735"/>
            <a:ext cx="9612000" cy="402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63044"/>
                </a:solidFill>
                <a:latin typeface="Malgun Gothic"/>
                <a:ea typeface="Malgun Gothic"/>
              </a:rPr>
              <a:t>- 한국어 답변은 세 기법(방법 질문 세 지표가 SCD 단독보다 높음)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80000" y="27884096"/>
            <a:ext cx="9612000" cy="804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263044"/>
                </a:solidFill>
                <a:latin typeface="Malgun Gothic"/>
                <a:ea typeface="Malgun Gothic"/>
              </a:rPr>
              <a:t>- 조합은 HyDE 단독보다 관련성이 낮고
  일관된 이득은 SCD의 한국어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2000" y="24078651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6000" y="24103851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방법 질문 25개의 원점수 평행좌표</a:t>
            </a:r>
          </a:p>
        </p:txBody>
      </p:sp>
      <p:pic>
        <p:nvPicPr>
          <p:cNvPr id="41" name="Picture 40" descr="poster_parall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24690651"/>
            <a:ext cx="9612000" cy="4142946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92000" y="28869597"/>
            <a:ext cx="9612000" cy="637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
  관련성 0점 답변이 5개에서 1개로 줄어듦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000" y="29704669"/>
            <a:ext cx="1980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63044"/>
                </a:solidFill>
                <a:latin typeface="Malgun Gothic"/>
                <a:ea typeface="Malgun Gothic"/>
              </a:rPr>
              <a:t>[1] Lewis et al., RAG, NeurIPS 2020   [2] Gao et al., HyDE, ACL 2023   [3] Shi et al., CAD, NAACL 2024   [4] Li et al., SCD, AAAI 2026   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