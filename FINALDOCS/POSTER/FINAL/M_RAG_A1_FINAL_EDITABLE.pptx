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2880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76000"/>
            <a:ext cx="19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검색해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HyDE는 검색 입력, CAD는 근거 반영, SCD는 출력 언어를 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같은 질문 60개로 유형마다 유리한 기법을 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5610198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5635398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파이프라인과 실험 조건</a:t>
            </a:r>
          </a:p>
        </p:txBody>
      </p:sp>
      <p:pic>
        <p:nvPicPr>
          <p:cNvPr id="12" name="Picture 11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6366198"/>
            <a:ext cx="9612000" cy="3661714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92000" y="10387912"/>
          <a:ext cx="9612000" cy="328778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32160"/>
                <a:gridCol w="1281600"/>
                <a:gridCol w="1281600"/>
                <a:gridCol w="1281600"/>
                <a:gridCol w="2435040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품질 평가 근거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92000" y="13783698"/>
            <a:ext cx="9612000" cy="905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63044"/>
                </a:solidFill>
                <a:latin typeface="Malgun Gothic"/>
                <a:ea typeface="Malgun Gothic"/>
              </a:rPr>
              <a:t>- HyDE는 Hypothetical Document Embeddings, CAD는
  Context-Aware Decoding, SCD는 Soft Constrained Decoding
  표의 +는 적용, −는 미적용을 뜻함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80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24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 60개와 평가 지표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80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 질문 60개, 조건 8개, 답변 480개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0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수치 질문 18개, 방법 질문 25개, 개념과 결과 질문 17개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0980000" y="4772132"/>
          <a:ext cx="9611999" cy="2712113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363"/>
                <a:gridCol w="4878818"/>
                <a:gridCol w="2475818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무엇을 측정하는가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주장 중 입력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일치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회피하거나 모호한 응답은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유용한 검색 구간이 위쪽에 놓인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 정확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처리 시간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질문 하나의 검색과 생성 시간(초)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낮을수록 비용 감소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0980000" y="7556249"/>
            <a:ext cx="96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점수 지표는 0에서 1 사이이며 관련성의 이론 범위는 −1에서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80000" y="7952249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24000" y="7977449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단일 기법의 처리 시간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980000" y="8564249"/>
          <a:ext cx="9611998" cy="14612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63606"/>
                <a:gridCol w="2521180"/>
                <a:gridCol w="2363606"/>
                <a:gridCol w="2363606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미적용(초)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23.44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+2.65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63.87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+43.07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18.90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−1.89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980000" y="10133487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CAD는 토큰마다 로짓을 두 번 계산해 처리 시간이 약 세 배(굵은 값은 가장 긴 시간)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80000" y="10614023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24000" y="10639223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조건별 평균 점수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0980000" y="11226023"/>
          <a:ext cx="9611996" cy="356669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30487"/>
                <a:gridCol w="1289414"/>
                <a:gridCol w="1289414"/>
                <a:gridCol w="1289414"/>
                <a:gridCol w="1289414"/>
                <a:gridCol w="1523853"/>
              </a:tblGrid>
              <a:tr h="64421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0980000" y="14900719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두 기법 이상 결합한 조건의 관련성은 모두 HyDE보다 낮음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1545325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6000" y="1547845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질문 유형별 평균 점수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792000" y="16065255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792000" y="19934815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2000" y="20487351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6000" y="2051255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방법 질문 25개의 조건별 원점수 평행좌표</a:t>
            </a:r>
          </a:p>
        </p:txBody>
      </p:sp>
      <p:pic>
        <p:nvPicPr>
          <p:cNvPr id="35" name="Picture 34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1099351"/>
            <a:ext cx="19800000" cy="529216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92000" y="26427517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000" y="26908053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6000" y="26933253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08 결론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000" y="27520053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한 지표가 중요하면 기법 하나(관련성, 개념과 결과 질문은 HyDE)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000" y="2794535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2000" y="2837065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고루 지키려면 세 기법(방법 질문의 네 품질 지표 모두 상승)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000" y="2879595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 일관된 이득은 SCD의 한국어 비율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980000" y="26908053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124000" y="26933253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09 실제 답변에서 확인한 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80000" y="27520053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BIC 질문은 HyDE가 근거 구간을 찾아 관련성이 0.00에서 0.89로 오름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80000" y="2794535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QuALITY 질문은 HyDE 후 73.68이 빠져 관련성이 0.87에서 0.00으로 내림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80000" y="2837065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XSUM 질문은 CAD가 다른 행 수치를 옮겼는데 충실도가 0.53에서 0.87로 오름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80000" y="2879595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RAG 이점 질문은 CAD 후 지시문만 남아 관련성이 0.90에서 0.00으로 내림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2000" y="29329258"/>
            <a:ext cx="1980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    [2] Gao et al., HyDE, ACL 2023      [3] Shi et al., CAD, NAACL 2024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[4] Li et al., SCD, AAAI 2026    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