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45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70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16120212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답변 품질은 RAGAS의 근거 충실도, 답변 관련성,
  문맥 정밀도, 문맥 재현율(0에서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16880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출력 언어는 한국어 문자 비율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80000" y="17306115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18210717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235917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8822717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2692278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100814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80000" y="2365335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24000" y="2367855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0000" y="2426535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0000" y="2482831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0000" y="25391287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5954255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80000" y="2672812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24000" y="2675332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실제 답변에서 확인한 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734012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80000" y="2790309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0000" y="2846606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80000" y="29029031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2365335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000" y="2367855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47" name="Picture 46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265350"/>
            <a:ext cx="9612000" cy="456821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92000" y="28869565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9704637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