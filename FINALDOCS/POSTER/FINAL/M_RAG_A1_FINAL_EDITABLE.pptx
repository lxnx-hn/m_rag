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2880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324000"/>
            <a:ext cx="19800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한국어 질의로 영어 학술 및 기술 문서를 검색하는</a:t>
            </a:r>
          </a:p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RAG에서의 HyDE, CAD, SCD 조합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376000"/>
            <a:ext cx="1980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</a:rPr>
              <a:t>[학과] [학번] [이름], 지도교수 [지도교수]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3240000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3265200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01 연구 배경과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3852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한국어 질문으로 영어 논문을 찾아 한국어로 답하는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4294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질문과 원문의 어휘가 달라 근거 구간을 찾기 어려움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4736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영어 근거를 한국어 답변에 충실히 옮기기 어려움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0000" y="3852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답변이 근거를 따라 영어로 바뀌는 언어 이탈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80000" y="4294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세 문제에 맞춘 HyDE, CAD, SCD를 같은 질문 60개에 조합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80000" y="4736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질문 유형마다 각 기법의 이득과 손실을 비교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5286198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6000" y="5311398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02 예시 질문으로 본 세 기법의 작동</a:t>
            </a:r>
          </a:p>
        </p:txBody>
      </p:sp>
      <p:pic>
        <p:nvPicPr>
          <p:cNvPr id="15" name="Picture 14" descr="poster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5934198"/>
            <a:ext cx="19800000" cy="906677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92000" y="15036975"/>
            <a:ext cx="19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777777"/>
                </a:solidFill>
                <a:latin typeface="Malgun Gothic"/>
                <a:ea typeface="Malgun Gothic"/>
              </a:rPr>
              <a:t>HyDE Hypothetical Document Embeddings   CAD Context-Aware Decoding   SCD Soft Constrained Decoding   점 위치와 글자 크기는 원리를 보인 개념도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15432975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6000" y="15458175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03 질문과 평가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00" y="16044975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영어 문서 4종에서 15개씩, 한국어 질문 60개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16470276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수치 18개, 방법 25개, 개념과 결과 17개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000" y="16895577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세 기법의 적용 여부를 조합한 조건 8개, 답변 480개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80000" y="16044975"/>
            <a:ext cx="9612000" cy="6706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답변 품질은 RAGAS의 근거 충실도, 답변 관련성,
  문맥 정밀도, 문맥 재현율(0에서 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80000" y="16805577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출력 언어는 한국어 문자 비율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80000" y="17230878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SCD 조건 4, 6, 7, 8은 한국어 번역 근거로 평가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17800180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6000" y="17825380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04 질문 유형별 평균 점수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792000" y="18412180"/>
          <a:ext cx="19799991" cy="376155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68656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</a:tblGrid>
              <a:tr h="34981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 v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792000" y="22281740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관련성은 방법 질문에서 HyDE가 0.57에서 0.74로, 충실도는 수치 질문에서 CAD가 0.83에서 0.90으로 높임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980000" y="22834276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24000" y="22859476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06 결론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80000" y="2344627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 지표가 중요하면 기법 하나(관련성, 개념과 결과 질문은 HyDE)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80000" y="2399634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수치 질문은 정답 구간의 검색을 확인하고 충실도는 HyDE+CAD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80000" y="24546408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고루 지키려면 세 기법(방법 질문의 네 품질 지표 모두 상승)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80000" y="25096475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조합은 HyDE 단독보다 관련성이 낮고 일관된 이득은 SCD의 한국어 비율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980000" y="25862541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124000" y="25887741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07 실제 답변에서 확인한 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80000" y="26474541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BIC 질문은 HyDE가 근거 구간을 찾아 관련성이 0.00에서 0.89로 오름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80000" y="27024607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QuALITY 질문은 HyDE 후 73.68이 빠져 관련성이 0.87에서 0.00으로 내림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80000" y="27574673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XSUM 질문은 CAD가 다른 행 수치를 옮겼는데 충실도가 0.53에서 0.87로 오름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80000" y="28124739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RAG 이점 질문은 CAD 후 지시문만 남아 관련성이 0.90에서 0.00으로 내림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2000" y="22834276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6000" y="22859476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05 방법 질문 25개의 원점수 평행좌표</a:t>
            </a:r>
          </a:p>
        </p:txBody>
      </p:sp>
      <p:pic>
        <p:nvPicPr>
          <p:cNvPr id="43" name="Picture 42" descr="poster_parall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3446276"/>
            <a:ext cx="9612000" cy="538674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92000" y="28869020"/>
            <a:ext cx="9612000" cy="637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HyDE 적용 후 관련성 축의 선이 위로 모이고
  관련성 0점 답변이 5개에서 1개로 줄어듦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2000" y="29704092"/>
            <a:ext cx="1980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63044"/>
                </a:solidFill>
                <a:latin typeface="Malgun Gothic"/>
                <a:ea typeface="Malgun Gothic"/>
              </a:rPr>
              <a:t>[1] Lewis et al., RAG, NeurIPS 2020   [2] Gao et al., HyDE, ACL 2023   [3] Shi et al., CAD, NAACL 2024   [4] Li et al., SCD, AAAI 2026   [5] Es et al., RAGAs, EACL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