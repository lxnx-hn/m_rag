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6937352a824dbe" /><Relationship Type="http://schemas.openxmlformats.org/officeDocument/2006/relationships/extended-properties" Target="/docProps/app.xml" Id="Ra82657f51d524acb" /><Relationship Type="http://schemas.openxmlformats.org/officeDocument/2006/relationships/officeDocument" Target="/ppt/presentation.xml" Id="Re5290378017e4e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17218fc1ae4ba1"/>
  </p:sldMasterIdLst>
  <p:notesMasterIdLst>
    <p:notesMasterId xmlns:r="http://schemas.openxmlformats.org/officeDocument/2006/relationships" r:id="R49f02fc842f04598"/>
  </p:notesMasterIdLst>
  <p:sldIdLst>
    <p:sldId xmlns:r="http://schemas.openxmlformats.org/officeDocument/2006/relationships" id="256" r:id="Reae5f24be768419a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37cdcec72543bc" /><Relationship Type="http://schemas.openxmlformats.org/officeDocument/2006/relationships/slideMaster" Target="/ppt/slideMasters/slideMaster1.xml" Id="R5417218fc1ae4ba1" /><Relationship Type="http://schemas.openxmlformats.org/officeDocument/2006/relationships/notesMaster" Target="/ppt/notesMasters/notesMaster1.xml" Id="R49f02fc842f04598" /><Relationship Type="http://schemas.openxmlformats.org/officeDocument/2006/relationships/presProps" Target="/ppt/presProps.xml" Id="R4e4d92112c0e442a" /><Relationship Type="http://schemas.openxmlformats.org/officeDocument/2006/relationships/tableStyles" Target="/ppt/tableStyles.xml" Id="Reb5fac6dda894198" /><Relationship Type="http://schemas.openxmlformats.org/officeDocument/2006/relationships/slide" Target="/ppt/slides/slide1.xml" Id="Reae5f24be76841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3750767e0d4d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a49853e0a24433" /><Relationship Type="http://schemas.openxmlformats.org/officeDocument/2006/relationships/notesMaster" Target="/ppt/notesMasters/notesMaster1.xml" Id="R479100101c014a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FINALDOCS/DATA/TTEST_ANOVA_60Q.json; FINALDOCS/MANUSCRIPT/GRADUATION_REPORT_TRANSFER_KO_60Q.md. The exploratory analysis uses query-level paired t-tests and repeated-measures ANOVA with two-sided alpha 0.05 and no multiplicity adjustment.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5d0995ebf4c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cc5be7af40411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de398d875c49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43d020cd7340f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422103234746a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62c3d56ce749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7AB210-BD38-4486-97DB-EA36056D05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12D2440-1B0F-4561-8FF5-5C56FF7FABB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CB89280-5C8C-45A9-8BD8-A6F9CC1EE3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8BABFC-DA41-4346-8F53-202C7A4AA4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2A25B0B-B3B5-4736-8FA4-621DB9F0DC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B8AB8E3-6DB0-4918-BF61-4EE2258585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7344E96-722C-48AA-A9B8-94E74EF984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7A5DC7E-84C6-494C-A226-4FE6972448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1C9FAC-A4C6-470B-8229-354C7B702F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7E0CD2-48B2-4422-BEB5-3277059A74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91097e510d4d79" /><Relationship Type="http://schemas.openxmlformats.org/officeDocument/2006/relationships/slideLayout" Target="/ppt/slideLayouts/slideLayout1.xml" Id="Rb40d50c614da453e" /><Relationship Type="http://schemas.openxmlformats.org/officeDocument/2006/relationships/slideLayout" Target="/ppt/slideLayouts/slideLayout2.xml" Id="R2b5172b4502b42a9" /><Relationship Type="http://schemas.openxmlformats.org/officeDocument/2006/relationships/slideLayout" Target="/ppt/slideLayouts/slideLayout3.xml" Id="R676a8a6a8303435f" /><Relationship Type="http://schemas.openxmlformats.org/officeDocument/2006/relationships/slideLayout" Target="/ppt/slideLayouts/slideLayout4.xml" Id="Rd814fbdf71cc4864" /><Relationship Type="http://schemas.openxmlformats.org/officeDocument/2006/relationships/slideLayout" Target="/ppt/slideLayouts/slideLayout5.xml" Id="R2854fdb348ce412c" /><Relationship Type="http://schemas.openxmlformats.org/officeDocument/2006/relationships/slideLayout" Target="/ppt/slideLayouts/slideLayout6.xml" Id="R88345d678e7941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40d50c614da453e"/>
    <p:sldLayoutId xmlns:r="http://schemas.openxmlformats.org/officeDocument/2006/relationships" id="2147483650" r:id="R2b5172b4502b42a9"/>
    <p:sldLayoutId xmlns:r="http://schemas.openxmlformats.org/officeDocument/2006/relationships" id="2147483651" r:id="R676a8a6a8303435f"/>
    <p:sldLayoutId xmlns:r="http://schemas.openxmlformats.org/officeDocument/2006/relationships" id="2147483652" r:id="Rd814fbdf71cc4864"/>
    <p:sldLayoutId xmlns:r="http://schemas.openxmlformats.org/officeDocument/2006/relationships" id="2147483653" r:id="R2854fdb348ce412c"/>
    <p:sldLayoutId xmlns:r="http://schemas.openxmlformats.org/officeDocument/2006/relationships" id="2147483654" r:id="R88345d678e7941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7fdbc92b4147be" /><Relationship Type="http://schemas.openxmlformats.org/officeDocument/2006/relationships/notesSlide" Target="/ppt/notesSlides/notesSlide1.xml" Id="R7840ee0e84834e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24FBB7-B6C3-4104-A94E-7B3E7093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C4A155D7-595D-4D8B-8658-CBCEFA4C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61FCBC9A-DB55-46F5-B594-3413370C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C8071267-0157-4238-AFF5-9A1C36ED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CA7EC-C4E0-43F4-BD91-C095BB74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8D949CEF-55A8-4FDD-8B6B-28C4630F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F944E483-B7D7-4898-B573-13EF8871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CC390CE8-B618-40EF-92AE-9EB9F1A8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HyDE는 한국어 등 다국어 검색에서 평가되었다[2]. 한국어 질의–영어 문서 환경에서 HyDE·CAD·SCD의 개별">
            <a:extLst xmlns:a="http://schemas.openxmlformats.org/drawingml/2006/main">
              <a:ext uri="{FF2B5EF4-FFF2-40B4-BE49-F238E27FC236}">
                <a16:creationId xmlns:a16="http://schemas.microsoft.com/office/drawing/2014/main" id="{7441512C-2F2D-4293-8A03-34A66CCD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한국어 등 다국어 검색에서 평가되었다[2].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질의–영어 문서 환경에서 HyDE·CAD·SCD의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개별 차이와 조합 효과를 같은 파이프라인에서 비교하였다.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8E6E9-6112-4C1C-BCA0-E7489CDA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438DC46B-263F-4FD4-9624-5D3338F4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실험에 사용한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2F6CF8C0-9341-455F-A856-DB9A1C1C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실험에 사용한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865E6C-21E1-4A73-A751-A2E6DDC4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F55DA3B3-354C-4EC8-9ABA-F2D601C9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4C5182-1A93-4388-9B51-6982EB3B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D0DDEE65-E1A3-4BAD-844D-D57FBF0C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0A2E9-78F0-455D-BDDA-A947524D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CA787A4A-1279-4BEF-AF99-57ED132F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366CB8-05E1-40E5-B4F5-D1B28B23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422344FA-B291-462F-B4A4-62F19C965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6FD694-979E-466F-A8AB-384F6A41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6784AF-6584-4DD1-AF92-D8DA6EE0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85AD56-5C88-4164-A04C-2F192234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AB8170-94B5-4794-8576-54B098E8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문맥 길이 관리">
            <a:extLst xmlns:a="http://schemas.openxmlformats.org/drawingml/2006/main">
              <a:ext uri="{FF2B5EF4-FFF2-40B4-BE49-F238E27FC236}">
                <a16:creationId xmlns:a16="http://schemas.microsoft.com/office/drawing/2014/main" id="{9609FE25-57BA-43D1-89E6-3ADA9DA6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선택·문맥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25553B-72A8-424E-9D61-9A5DAC7C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518D69AC-0FBA-40C5-AB18-EADFA730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517BC2-6B58-4ADD-8AC2-666C5CB6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721863-CA08-469C-96BC-485DE226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0B2802-B92D-4E74-AC9C-3D43C44E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78A3373B-0A9D-4529-8EF6-3AC3C96D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D1D5D367-CA52-4DA3-AA01-5984FFC8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BC8A11-3B74-4240-9922-1C2A6D735EFC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078D1A9C-A262-4CDA-8905-D8DE88F8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E4A45FB3-1DB6-4774-9F72-C3F40918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 요약을 15개 내용 단위로 나누어 질의를 작성하고, 총 60개 질의의 원문 페이지·정답 근거·답변 가능성을 확인">
            <a:extLst xmlns:a="http://schemas.openxmlformats.org/drawingml/2006/main">
              <a:ext uri="{FF2B5EF4-FFF2-40B4-BE49-F238E27FC236}">
                <a16:creationId xmlns:a16="http://schemas.microsoft.com/office/drawing/2014/main" id="{6DDA1723-3294-441D-83EB-9842CA8A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 요약을 15개 내용 단위로 나누어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BEAC82-B3FD-45C4-A0DA-C894B67D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1C2AC397-8D8E-4B7F-B11B-1C24458A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근거가 지지하는 답변 주장 비율이 크다. 답변 관련성: 높을수록 답변 기반 질문과 원질문">
            <a:extLst xmlns:a="http://schemas.openxmlformats.org/drawingml/2006/main">
              <a:ext uri="{FF2B5EF4-FFF2-40B4-BE49-F238E27FC236}">
                <a16:creationId xmlns:a16="http://schemas.microsoft.com/office/drawing/2014/main" id="{5DA0CC21-F217-49D5-AE74-163C9AFD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근거가 지지하는 답변 주장 비율이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관련성 +0.080은 ON−OFF 평균 차이 0.080점이다. SD는 질의별 분포의 표본표">
            <a:extLst xmlns:a="http://schemas.openxmlformats.org/drawingml/2006/main">
              <a:ext uri="{FF2B5EF4-FFF2-40B4-BE49-F238E27FC236}">
                <a16:creationId xmlns:a16="http://schemas.microsoft.com/office/drawing/2014/main" id="{C2E699DF-B4FA-48E9-971C-781E7B4B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관련성 +0.080은 ON−OFF 평균 차이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0.080점이다. SD는 질의별 분포의 표본표준편차다.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E83DCFB9-23AE-4599-9D91-9CE6CD537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8E532899-727A-4EAA-A060-E244AD84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E8B24F52-820F-438E-B9E2-E46199A9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5D70A1C8-A9DF-4E2F-B51C-31D407D1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9C2C350A-3287-4938-9960-625A1AF9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문맥이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492D705E-5CD0-4326-BF36-68E77698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문맥이 모두 지지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S0 영어 / S1 한국어 번역 평가">
            <a:extLst xmlns:a="http://schemas.openxmlformats.org/drawingml/2006/main">
              <a:ext uri="{FF2B5EF4-FFF2-40B4-BE49-F238E27FC236}">
                <a16:creationId xmlns:a16="http://schemas.microsoft.com/office/drawing/2014/main" id="{C0CEBE01-FE8E-4ACB-A7DC-76BC2674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 영어 / S1 한국어 번역 평가 문맥, 모든 생성 문맥은 영어</a:t>
            </a:r>
          </a:p>
        </p:txBody>
      </p:sp>
      <p:sp>
        <p:nvSpPr>
          <p:cNvPr id="48" name="반복측정 분산분석(ANOVA)·대응 t-검정, 양측 α=0.05 품질 S별 H×C / 문자·시간 H×C×S, SCD ">
            <a:extLst xmlns:a="http://schemas.openxmlformats.org/drawingml/2006/main">
              <a:ext uri="{FF2B5EF4-FFF2-40B4-BE49-F238E27FC236}">
                <a16:creationId xmlns:a16="http://schemas.microsoft.com/office/drawing/2014/main" id="{4779FA00-3925-420C-A2E6-5F22BD27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t-검정, 양측 α=0.05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S별 H×C / 문자·시간 H×C×S, SCD 120·240쌍→질의60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DECB3A-6188-4E31-BD60-0B3F9566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10E30CC0-BFAE-4E54-B4F7-8FEA8162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655E4F36-D737-408F-9826-78E16389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D4AA4A-2792-42EE-A0DE-B53ABDFF1205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B2EBAA-010F-4F67-83E3-9FE8736C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 평가 문맥 / S1: 한국어 번역 평가 문맥 충실도 H0C1S0 n=58, H0C0S1 n=57, 나머지">
            <a:extLst xmlns:a="http://schemas.openxmlformats.org/drawingml/2006/main">
              <a:ext uri="{FF2B5EF4-FFF2-40B4-BE49-F238E27FC236}">
                <a16:creationId xmlns:a16="http://schemas.microsoft.com/office/drawing/2014/main" id="{2FE0393A-2664-4404-87A4-A694170D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 평가 문맥 / S1: 한국어 번역 평가 문맥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생성 기록에서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3E7DB54C-853A-4AA0-A9B5-B7EE4AE0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2BDEE2A-C865-4BF3-A1F2-454795AB3EF0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0.072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0.138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p&lt;0.05: 한국어 비율 S·H×C / 실행 시간 H·C·S·C×S RAGAS H×C 검정은 평가 문맥 언어별로 수">
            <a:extLst xmlns:a="http://schemas.openxmlformats.org/drawingml/2006/main">
              <a:ext uri="{FF2B5EF4-FFF2-40B4-BE49-F238E27FC236}">
                <a16:creationId xmlns:a16="http://schemas.microsoft.com/office/drawing/2014/main" id="{94213441-4F82-48A8-9945-97196A39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p&lt;0.05: 한국어 비율 S·H×C / 실행 시간 H·C·S·C×S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문맥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4지표 24검정의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A83A5B6B-9286-4C33-94B3-40C5A705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A91D7B-4B10-4E60-95A1-D8BD85064931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dz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p: 다중비교 보정 없는 양측 p, dz:">
            <a:extLst xmlns:a="http://schemas.openxmlformats.org/drawingml/2006/main">
              <a:ext uri="{FF2B5EF4-FFF2-40B4-BE49-F238E27FC236}">
                <a16:creationId xmlns:a16="http://schemas.microsoft.com/office/drawing/2014/main" id="{0360F373-C7A8-4BAB-9CBF-9DA230CC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p: 다중비교 보정 없는 양측 p, dz: 차이 평균/차이 SD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차이 +0.218은 한글 비중 +21.8%p에 해당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4CF6432-AA43-4634-93A7-26B2FEE8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81237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5C583980-A700-4E57-BBE1-4E0148BA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84095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 관련성은 평균 +0.080점, t(59)=2.236, p=0.029였다. CAD 충실도는 평균 +0.029점">
            <a:extLst xmlns:a="http://schemas.openxmlformats.org/drawingml/2006/main">
              <a:ext uri="{FF2B5EF4-FFF2-40B4-BE49-F238E27FC236}">
                <a16:creationId xmlns:a16="http://schemas.microsoft.com/office/drawing/2014/main" id="{A598518B-D54E-4E6C-93BA-5EE623CB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336250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관련성은 평균 +0.080점, t(59)=2.236, p=0.029였다.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충실도는 평균 +0.029점, t(57)=0.862, p=0.393이었다.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주 비교의 한국어 비율은 21.822%p 높았다(p&lt;0.001).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시간 증가: SCD OFF +46.583초 / ON +37.747초.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EBE0219-1508-4E0C-89F7-49A2A743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68880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486B674A-61D8-4562-A6BB-5C45DFE1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71737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HyDE는 C0S0에서 관련성을 높였고, CAD 충실도 차이는 유의하지 않았다. SCD는 같은 영어 근거에서 한국어 ">
            <a:extLst xmlns:a="http://schemas.openxmlformats.org/drawingml/2006/main">
              <a:ext uri="{FF2B5EF4-FFF2-40B4-BE49-F238E27FC236}">
                <a16:creationId xmlns:a16="http://schemas.microsoft.com/office/drawing/2014/main" id="{A6CFB91C-90C0-4EBF-92CC-5DFD802D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288875"/>
            <a:ext cx="97299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C0S0에서 관련성을 높였고, CAD 충실도 차이는 유의하지 않았다.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SCD는 같은 영어 근거에서 한국어 사용 비중을 높였다.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두 SCD 상태 모두 실행 시간이 늘었다.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비교에는 질의 번역과 가상 문서 생성이 함께 포함됐다.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후속 실험: 번역 단독 조건, 반복 생성·평가, 한국어 사람 평가.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F9547DB-F8F2-4FAB-A13A-60CFC8E0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8E21C8BA-10A1-40E1-9AA9-6C82383C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9027F5CF-D9A8-40BC-AD80-2B5D08A5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BDE32D7C-C746-43C7-A10B-1D4ED4A0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967E668E-7DDD-43D5-8531-7598CDF9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CDDB70DA-6C87-4FA4-92AB-9773A9A6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학술 22편·모델·자료 출처: FINALDOCS/VALIDATION/REFERENCES.md · 통계·민감도: 동봉 ">
            <a:extLst xmlns:a="http://schemas.openxmlformats.org/drawingml/2006/main">
              <a:ext uri="{FF2B5EF4-FFF2-40B4-BE49-F238E27FC236}">
                <a16:creationId xmlns:a16="http://schemas.microsoft.com/office/drawing/2014/main" id="{4317AC15-8CA5-4059-B48C-A4346EA7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학술 22편·모델·자료 출처: FINALDOCS/VALIDATION/REFERENCES.md · 통계·민감도: 동봉 상세표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A4DEB587-C8F4-45DF-8AB7-C17238C3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8495BF88-5658-434D-95EA-28B434C2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20871340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2026-10-17T21:17:07.8190000Z</dcterms:created>
  <dcterms:modified xsi:type="dcterms:W3CDTF">2026-10-17T21:17:07.8190000Z</dcterms:modified>
</coreProperties>
</file>