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754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779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135912"/>
          <a:ext cx="9612000" cy="314832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392243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1453155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1455675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1514355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558562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92000" y="16063689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92000" y="18847805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조건별 평균 점수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4284000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7958695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HyDE(0.76), 충실도는 HyDE+CAD(0.86),
  한국어 비율은 HyDE+SCD(0.81)가 가장 높음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868576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909430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조건 4, 6, 7, 8의 품질 지표는 한국어 번역 근거로 평가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80000" y="964683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24000" y="967203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0980000" y="10258839"/>
          <a:ext cx="9611999" cy="34117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12227"/>
                <a:gridCol w="1037659"/>
                <a:gridCol w="1037659"/>
                <a:gridCol w="1037659"/>
                <a:gridCol w="1037659"/>
                <a:gridCol w="1474568"/>
                <a:gridCol w="1474568"/>
              </a:tblGrid>
              <a:tr h="61322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0980000" y="1377858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방법 질문은 HyDE가 관련성을 0.57에서 0.74로 높임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0000" y="14187121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수치 질문은 CAD가 충실도를 0.83에서 0.90으로 높이고
  HyDE의 관련성은 0.74로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1491419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개념과 결과 질문은 CAD가 충실도와 관련성을 모두 낮춤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1532273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SCD는 세 유형 모두 한국어 비율을 높임(수치 0.58에서 0.81)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80000" y="1587526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24000" y="1590046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단일 기법의 처리 시간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10980000" y="16487266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0980000" y="1805650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1917180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000" y="1919700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40" name="Picture 39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9783805"/>
            <a:ext cx="19800000" cy="675207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92000" y="265718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기법, 방법 질문에서 네 품질 지표가 모두 상승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기법은 최고값 없이 한국어 비율 0.73, 처리 시간은 약 세 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0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24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80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80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80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80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2000" y="29473620"/>
            <a:ext cx="1980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Language Drift and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