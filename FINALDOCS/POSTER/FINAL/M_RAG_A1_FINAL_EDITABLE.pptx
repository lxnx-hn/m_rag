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312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68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520000"/>
            <a:ext cx="1980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Malgun Gothic"/>
                <a:ea typeface="Malgun Gothic"/>
              </a:rPr>
              <a:t>질문 유형별 원점수와 실제 답변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4284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검색해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726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HyDE는 검색 입력, CAD는 근거 반영, SCD는 출력 언어를 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5168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같은 질문 60개로 유형마다 유리한 기법을 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5754198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5779398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파이프라인과 실험 조건</a:t>
            </a:r>
          </a:p>
        </p:txBody>
      </p:sp>
      <p:pic>
        <p:nvPicPr>
          <p:cNvPr id="12" name="Picture 11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6366198"/>
            <a:ext cx="9612000" cy="3661714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92000" y="10135912"/>
          <a:ext cx="9612000" cy="314832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32160"/>
                <a:gridCol w="1281600"/>
                <a:gridCol w="1281600"/>
                <a:gridCol w="1281600"/>
                <a:gridCol w="2435040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품질 평가 근거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92000" y="13392243"/>
            <a:ext cx="9612000" cy="905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63044"/>
                </a:solidFill>
                <a:latin typeface="Malgun Gothic"/>
                <a:ea typeface="Malgun Gothic"/>
              </a:rPr>
              <a:t>- HyDE는 Hypothetical Document Embeddings, CAD는
  Context-Aware Decoding, SCD는 Soft Constrained Decoding
  표의 +는 적용, −는 미적용을 뜻함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1453155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6000" y="1455675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 60개와 평가 지표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1514355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 질문 60개, 조건 8개, 답변 480개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15585623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 18개, 방법 질문 25개, 개념과 결과 질문 17개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92000" y="16063689"/>
          <a:ext cx="9611999" cy="27121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363"/>
                <a:gridCol w="4878818"/>
                <a:gridCol w="2475818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무엇을 측정하는가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주장 중 입력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일치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회피하거나 모호한 응답은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유용한 검색 구간이 위쪽에 놓인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 정확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처리 시간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질문 하나의 검색과 생성 시간(초)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낮을수록 비용 감소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92000" y="18847805"/>
            <a:ext cx="96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점수 지표는 0에서 1 사이이며 관련성의 이론 범위는 −1에서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80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24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조건별 평균 점수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980000" y="4284000"/>
          <a:ext cx="9611996" cy="356669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30487"/>
                <a:gridCol w="1289414"/>
                <a:gridCol w="1289414"/>
                <a:gridCol w="1289414"/>
                <a:gridCol w="1289414"/>
                <a:gridCol w="1523853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980000" y="7958695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HyDE(0.76), 충실도는 HyDE+CAD(0.86),
  한국어 비율은 HyDE+SCD(0.81)가 가장 높음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80000" y="8685767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두 기법 이상 결합한 조건의 관련성은 모두 HyDE보다 낮음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80000" y="9094303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조건 4, 6, 7, 8의 품질 지표는 한국어 번역 근거로 평가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80000" y="9646839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24000" y="9672039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질문 유형별 평균 점수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10980000" y="10258839"/>
          <a:ext cx="9611999" cy="34117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12227"/>
                <a:gridCol w="1037659"/>
                <a:gridCol w="1037659"/>
                <a:gridCol w="1037659"/>
                <a:gridCol w="1037659"/>
                <a:gridCol w="1474568"/>
                <a:gridCol w="1474568"/>
              </a:tblGrid>
              <a:tr h="613229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 결과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 결과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10980000" y="13778585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방법 질문은 HyDE가 관련성을 0.57에서 0.74로 높임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80000" y="14187121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수치 질문은 CAD가 충실도를 0.83에서 0.90으로 높이고
  HyDE의 관련성은 0.74로 그대로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80000" y="14914194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개념과 결과 질문은 CAD가 충실도와 관련성을 모두 낮춤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80000" y="15322730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SCD는 세 유형 모두 한국어 비율을 높임(수치 0.58에서 0.81)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980000" y="1587526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24000" y="1590046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단일 기법의 처리 시간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10980000" y="16487266"/>
          <a:ext cx="9611998" cy="14612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63606"/>
                <a:gridCol w="2521180"/>
                <a:gridCol w="2363606"/>
                <a:gridCol w="2363606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미적용(초)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23.44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+2.65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63.87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+43.07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18.90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-1.89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10980000" y="18056504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CAD는 토큰마다 로짓을 두 번 계산해 처리 시간이 약 세 배, 굵은 값은 가장 긴 시간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000" y="1917180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6000" y="1919700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방법 질문 25개의 조건별 원점수 평행좌표</a:t>
            </a:r>
          </a:p>
        </p:txBody>
      </p:sp>
      <p:pic>
        <p:nvPicPr>
          <p:cNvPr id="40" name="Picture 39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9783805"/>
            <a:ext cx="19800000" cy="675207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92000" y="26571879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2000" y="2705241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6000" y="2707761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결론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000" y="2766441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방법 질문에는 HyDE, 한국어 답변이 필요하면 HyDE+SCD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000" y="2808971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수치가 담긴 구간의 검색을 먼저 확인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000" y="2851501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개념과 결과 질문에는 미적용이나 HyDE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2000" y="2894031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조합의 일관된 이득은 한국어 비율이므로 유형에 맞는 기법 하나에 SCD 추가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80000" y="2705241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24000" y="2707761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09 실제 답변에서 확인한 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80000" y="2766441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80000" y="2808971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80000" y="2851501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80000" y="2894031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2000" y="29473620"/>
            <a:ext cx="1980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[1] Lewis et al., RAG, NeurIPS 2020  [2] Gao et al., HyDE, ACL 2023  [3] Shi et al., CAD, NAACL 2024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[4] Li et al., Language Drift and SCD, AAAI 2026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