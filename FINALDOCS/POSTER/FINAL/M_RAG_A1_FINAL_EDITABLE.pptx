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312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68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4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학술·기술 문서를 검색하는</a:t>
            </a:r>
          </a:p>
          <a:p>
            <a:pPr algn="ctr">
              <a:lnSpc>
                <a:spcPct val="105000"/>
              </a:lnSpc>
            </a:pPr>
            <a:r>
              <a:rPr sz="6400" b="1">
                <a:solidFill>
                  <a:srgbClr val="FFFFFF"/>
                </a:solidFill>
                <a:latin typeface="Malgun Gothic"/>
                <a:ea typeface="Malgun Gothic"/>
              </a:rPr>
              <a:t>RAG에서의 HyDE·CAD·SCD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520000"/>
            <a:ext cx="1980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Malgun Gothic"/>
                <a:ea typeface="Malgun Gothic"/>
              </a:rPr>
              <a:t>질문 유형별 점수 변화와 실제 검색·답변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검색 입력(HyDE), 근거 반영(CAD), 출력 언어(SCD)를 조정하는 세 기법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5168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60개에 여덟 조건을 적용해 질문 유형별 변화를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754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5779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기법 적용 위치</a:t>
            </a:r>
          </a:p>
        </p:txBody>
      </p:sp>
      <p:pic>
        <p:nvPicPr>
          <p:cNvPr id="12" name="Picture 11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366198"/>
            <a:ext cx="9612000" cy="3661714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92000" y="10135912"/>
          <a:ext cx="9611996" cy="300887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28810"/>
                <a:gridCol w="1428810"/>
                <a:gridCol w="1428810"/>
                <a:gridCol w="1428810"/>
                <a:gridCol w="3896756"/>
              </a:tblGrid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조건 이름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92000" y="13252789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HyDE(Hypothetical Document Embeddings) · CAD(Context-Aware Decoding)
  SCD(Soft Constrained Decoding)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13979861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품질 평가는 조건 1~4는 영어 근거, 조건 5~8은 한국어 번역 근거로 수행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14532397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000" y="14557597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15144397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 × 15문항, 질문 60개 × 조건 8개 = 답변 480개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15586463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사실·정의 8 · 방법·절차 29 · 결과·비교 20 · 목적·기여 3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92000" y="16064529"/>
          <a:ext cx="9611999" cy="281642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67200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7200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회피·모호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7200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상위에 있는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7200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7200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7200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검색·생성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92000" y="18952958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0~1 범위(관련성의 이론 범위는 −1~1, 관측값은 0~1)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80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24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 유형별 단일 기법의 변화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980000" y="4284000"/>
          <a:ext cx="9611997" cy="24707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7988"/>
                <a:gridCol w="1274519"/>
                <a:gridCol w="1168309"/>
                <a:gridCol w="1274519"/>
                <a:gridCol w="1168309"/>
                <a:gridCol w="1540044"/>
                <a:gridCol w="1168309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질문 유형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개선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/악화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개선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/악화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증가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/감소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사실·정의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4/1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2/4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+0.28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8/0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방법·절차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+0.07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8/2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+0.08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10/7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+0.16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22/2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결과·비교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4/1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4/7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+0.25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18/0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목적·기여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0/1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-0.16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0/1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+0.15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2/1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전체 60개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16/5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16/19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+0.20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50/3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0980000" y="6862766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미적용 대비 평균 변화 · 관련성 비교는 0점 답변이 있는 질문 제외(이 표 9개)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80000" y="7271303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HyDE는 방법·절차 질문의 관련성을 가장 크게 높임(+0.07, 개선 8 · 악화 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80000" y="782383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24000" y="784903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기법을 더했을 때의 관련성 변화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10980000" y="8435839"/>
          <a:ext cx="9611999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2000"/>
                <a:gridCol w="4436307"/>
                <a:gridCol w="1602000"/>
                <a:gridCol w="1971692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추가한 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 적용 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개선/악화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/비슷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미적용 상태에서 HyDE 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+0.04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16/5/30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CAD에 HyDE 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9/8/32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SCD에 HyDE 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+0.04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13/9/25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CAD와 SCD에 HyDE 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12/8/23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미적용 상태에서 CAD 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8/14/26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HyDE에 CAD 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5/18/30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SCD에 CAD 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8/13/24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HyDE와 SCD에 CAD 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5/14/31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10980000" y="12110534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HyDE를 더한 네 비교는 개선이 악화보다 많음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80000" y="12519070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CAD를 더한 네 비교는 모두 악화가 더 많음(HyDE에 CAD 추가 시 개선 5 · 악화 18)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80000" y="1307160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24000" y="1309680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SCD의 한국어 문자 비율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10980000" y="13683606"/>
          <a:ext cx="9612000" cy="182654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819520"/>
                <a:gridCol w="1666080"/>
                <a:gridCol w="1666080"/>
                <a:gridCol w="1537920"/>
                <a:gridCol w="1922400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설정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 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 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증가 질문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+0.20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50/60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+0.25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56/60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+0.23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53/60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+0.23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54/60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0980000" y="15618154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네 설정 모두 한국어 비율 상승, HyDE+SCD가 0.81로 최고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80000" y="16026690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영어 원문을 이어 쓴 답변은 SCD 후에도 영어로 남음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80000" y="1657922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24000" y="1660442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단일 기법의 처리 시간 (60개)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10980000" y="17191226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97105"/>
                <a:gridCol w="2023578"/>
                <a:gridCol w="1897105"/>
                <a:gridCol w="1897105"/>
                <a:gridCol w="1897105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증가 질문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52/60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56/60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44/60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10980000" y="18760465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약 3.1배 · 굵은 값은 가장 긴 시간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2000" y="19312958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6000" y="19338158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HyDE 적용 후 질문 유형별 개별 점수</a:t>
            </a:r>
          </a:p>
        </p:txBody>
      </p:sp>
      <p:pic>
        <p:nvPicPr>
          <p:cNvPr id="43" name="Picture 42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9924958"/>
            <a:ext cx="19800000" cy="666082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92000" y="26621787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선 하나는 질문 하나이며, 0점과 결측값에서는 선을 끊음. 처리 시간은 위쪽일수록 짧음. 굵은 선은 BIC 질문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000" y="2710232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000" y="2712752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결론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2000" y="2771432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방법·절차 질문에는 HyDE 적용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2000" y="2813962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한국어 답변이 필요하면 SCD 추가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000" y="2856492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수치가 담긴 구간의 입력 여부를 먼저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2000" y="2899022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CAD는 시간 3.1배에 관련성 -0.02, 지식 충돌 질문에서 별도 검토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80000" y="2710232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124000" y="2712752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10 실제 답변에서 확인한 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80000" y="2771432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 0.00→0.89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80000" y="2813962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질문은 73.68이 빠져 관련성 0.87→0.00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80000" y="2856492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질문은 다른 행 수치를 옮겼는데 충실도 0.53→0.87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2000" y="29523528"/>
            <a:ext cx="1980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[1] Lewis et al., RAG, NeurIPS 2020  [2] Gao et al., HyDE, ACL 2023  [3] Shi et al., CAD, NAACL 2024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[4] Li et al., Language Drift and SCD, AAAI 2026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