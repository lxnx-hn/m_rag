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a1c96ecb584a48" /><Relationship Type="http://schemas.openxmlformats.org/officeDocument/2006/relationships/extended-properties" Target="/docProps/app.xml" Id="R499fad9d26be43c3" /><Relationship Type="http://schemas.openxmlformats.org/officeDocument/2006/relationships/officeDocument" Target="/ppt/presentation.xml" Id="R0e21bb7fd1fc47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d2536a6f6b4f45"/>
  </p:sldMasterIdLst>
  <p:notesMasterIdLst>
    <p:notesMasterId xmlns:r="http://schemas.openxmlformats.org/officeDocument/2006/relationships" r:id="Raba8f90d88304c22"/>
  </p:notesMasterIdLst>
  <p:sldIdLst>
    <p:sldId xmlns:r="http://schemas.openxmlformats.org/officeDocument/2006/relationships" id="256" r:id="Rd87cafdcd80940b1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ca6ca046eb4cbe" /><Relationship Type="http://schemas.openxmlformats.org/officeDocument/2006/relationships/slideMaster" Target="/ppt/slideMasters/slideMaster1.xml" Id="R9fd2536a6f6b4f45" /><Relationship Type="http://schemas.openxmlformats.org/officeDocument/2006/relationships/notesMaster" Target="/ppt/notesMasters/notesMaster1.xml" Id="Raba8f90d88304c22" /><Relationship Type="http://schemas.openxmlformats.org/officeDocument/2006/relationships/presProps" Target="/ppt/presProps.xml" Id="R14fecf9500274eaa" /><Relationship Type="http://schemas.openxmlformats.org/officeDocument/2006/relationships/tableStyles" Target="/ppt/tableStyles.xml" Id="R896913e34f7f4bbf" /><Relationship Type="http://schemas.openxmlformats.org/officeDocument/2006/relationships/slide" Target="/ppt/slides/slide1.xml" Id="Rd87cafdcd80940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0c0d2bb0a145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21f333351d401c" /><Relationship Type="http://schemas.openxmlformats.org/officeDocument/2006/relationships/notesMaster" Target="/ppt/notesMasters/notesMaster1.xml" Id="R32e442811b2644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FINALDOCS/DATA/TTEST_ANOVA_60Q.json; FINALDOCS/MANUSCRIPT/GRADUATION_REPORT_TRANSFER_KO_60Q.md. The exploratory analysis uses query-level paired t-tests and repeated-measures ANOVA with two-sided alpha 0.05 and no multiplicity adjustment.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2e52384a64421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3f4c9f1cec4f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3d21a3234742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821c667cdd49e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a3c913bbb0490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4a4c02bae4a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32956D-08C3-4827-934F-220576271E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356177-0C47-473C-9375-4BD5ECAD05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8FDCE7-A4A1-47AE-89B8-BFEB787697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7B6CD9-A567-4EC3-BCED-E8168AF40B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3F34AF-7718-48EC-AD21-4645F7C0D7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A253EC0-DF8F-41C3-926A-51E1BD19EE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40EE67-E295-4693-91A7-0DBB61A2CB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F174303-D704-4893-AF2F-188D7CB544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00D7CC-354A-4FAC-9941-1F897B165F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D8AF224-8DB7-4DF2-8970-9073A0A0A0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bcea9a8e8f498f" /><Relationship Type="http://schemas.openxmlformats.org/officeDocument/2006/relationships/slideLayout" Target="/ppt/slideLayouts/slideLayout1.xml" Id="Rbe3672cd7726401a" /><Relationship Type="http://schemas.openxmlformats.org/officeDocument/2006/relationships/slideLayout" Target="/ppt/slideLayouts/slideLayout2.xml" Id="R4b90d84b3fc04874" /><Relationship Type="http://schemas.openxmlformats.org/officeDocument/2006/relationships/slideLayout" Target="/ppt/slideLayouts/slideLayout3.xml" Id="R23cc4dbaab5e41a7" /><Relationship Type="http://schemas.openxmlformats.org/officeDocument/2006/relationships/slideLayout" Target="/ppt/slideLayouts/slideLayout4.xml" Id="R0ec99dcb015143ac" /><Relationship Type="http://schemas.openxmlformats.org/officeDocument/2006/relationships/slideLayout" Target="/ppt/slideLayouts/slideLayout5.xml" Id="R388b9bcff8a14444" /><Relationship Type="http://schemas.openxmlformats.org/officeDocument/2006/relationships/slideLayout" Target="/ppt/slideLayouts/slideLayout6.xml" Id="R2c2883c8f49540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3672cd7726401a"/>
    <p:sldLayoutId xmlns:r="http://schemas.openxmlformats.org/officeDocument/2006/relationships" id="2147483650" r:id="R4b90d84b3fc04874"/>
    <p:sldLayoutId xmlns:r="http://schemas.openxmlformats.org/officeDocument/2006/relationships" id="2147483651" r:id="R23cc4dbaab5e41a7"/>
    <p:sldLayoutId xmlns:r="http://schemas.openxmlformats.org/officeDocument/2006/relationships" id="2147483652" r:id="R0ec99dcb015143ac"/>
    <p:sldLayoutId xmlns:r="http://schemas.openxmlformats.org/officeDocument/2006/relationships" id="2147483653" r:id="R388b9bcff8a14444"/>
    <p:sldLayoutId xmlns:r="http://schemas.openxmlformats.org/officeDocument/2006/relationships" id="2147483654" r:id="R2c2883c8f49540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6639004af14a08" /><Relationship Type="http://schemas.openxmlformats.org/officeDocument/2006/relationships/notesSlide" Target="/ppt/notesSlides/notesSlide1.xml" Id="R2ead123fd18a4d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BC9EE69-D9B4-43E6-B0DF-ABEF7A81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2610CEEF-D788-4E59-8D2F-1E556041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80200B53-05E6-4082-9DDD-06F687D0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A3B73D07-497E-433F-ACE7-8743EB73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8EC0B-EB3C-470C-808B-2D99A179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DA4F9ECA-4C0A-4C34-AB6D-64C9CAE5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37732FBB-1D96-498F-B313-57DA1490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944FFCBD-AE37-4055-AAB2-8BFC02DE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한국어 질의–영어 문서 RAG는 검색 어휘 차이, 근거 반영, 영어 출력(언어 이탈)의 문제를 함께 겪는다. 세 기법">
            <a:extLst xmlns:a="http://schemas.openxmlformats.org/drawingml/2006/main">
              <a:ext uri="{FF2B5EF4-FFF2-40B4-BE49-F238E27FC236}">
                <a16:creationId xmlns:a16="http://schemas.microsoft.com/office/drawing/2014/main" id="{DC753385-61BF-4AB3-9D4A-37D18A5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RAG는 검색 어휘 차이, 근거 반영,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영어 출력(언어 이탈)의 문제를 함께 겪는다. 세 기법의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단독 효과와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96A5CE-CD46-46D9-BE8E-6C2B1F9C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2CBC84C6-F3E5-42A8-A4F7-5F3A1832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실험에 사용한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C3B51E66-7D60-45F4-AB78-3510670A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FCA5A-4287-44C9-8343-9DF8A3E0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162ECDEE-8A6D-4409-AC33-ED924EFA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0BC193-C77A-41C1-A99F-FF84FEA2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573A5BBE-CAE9-4B5D-8908-A6641451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A58E73-3E45-44A8-9F94-C2E2FE1E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1BB0A00D-4780-4032-81E2-AFD57E2F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5909D-3951-4C3C-A69C-513F3CAD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71A23238-3235-41FB-860A-ED5F13D9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E48D19-85DC-49B7-B949-E03F5668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E69EC8-9BD8-4501-A8FD-98B7F348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39E55E-552F-4336-812F-F5D56645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E0602-DD22-4274-94C0-793086A9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입력 길이 관리">
            <a:extLst xmlns:a="http://schemas.openxmlformats.org/drawingml/2006/main">
              <a:ext uri="{FF2B5EF4-FFF2-40B4-BE49-F238E27FC236}">
                <a16:creationId xmlns:a16="http://schemas.microsoft.com/office/drawing/2014/main" id="{D6AB4637-83C2-421A-B357-24D28BFA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선택·입력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B32B50-93A7-407E-B177-15500264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957EF757-9BAD-4FA9-9083-49A49EE7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35EC58-AFE5-4CF2-AD48-1B2C1A18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1C5C38-EE42-4CA2-86D5-7B9B54C9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368525-13BF-4A18-ABBB-8D67FB99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460122FC-05D0-4FD3-97B4-EA7AB674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25614993-AECC-417E-AD0D-9604E577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BEC788-B8DE-4224-812F-EEDF63626049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61BA5296-0A5C-4F09-BBA3-AC2079A1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F2F1E7C6-531F-4FBE-9E71-5500F13C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마다 주요 내용을 15개 단위로 요약해 단위별 질의를 작성하고, 총 60개 질의의 원문 페이지·정답 근거·답변 가">
            <a:extLst xmlns:a="http://schemas.openxmlformats.org/drawingml/2006/main">
              <a:ext uri="{FF2B5EF4-FFF2-40B4-BE49-F238E27FC236}">
                <a16:creationId xmlns:a16="http://schemas.microsoft.com/office/drawing/2014/main" id="{F396F52A-1F1D-46A7-821E-61FB3659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문서마다 주요 내용을 15개 단위로 요약해 단위별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B81B0F-A61B-4D01-BAB4-AE13A116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F13765E4-696C-4A33-A059-CF055D09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결과가 뒷받침하는 답변 주장 비율이 크다. 답변 관련성: 높을수록 답변 기반 질문과 원질">
            <a:extLst xmlns:a="http://schemas.openxmlformats.org/drawingml/2006/main">
              <a:ext uri="{FF2B5EF4-FFF2-40B4-BE49-F238E27FC236}">
                <a16:creationId xmlns:a16="http://schemas.microsoft.com/office/drawing/2014/main" id="{636E831F-D874-44D6-BEF6-CE3717F6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결과가 뒷받침하는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차이 = ON − OFF 평균. 한국어 비율 0.700은 70.0%, 차이 +0.218은 ">
            <a:extLst xmlns:a="http://schemas.openxmlformats.org/drawingml/2006/main">
              <a:ext uri="{FF2B5EF4-FFF2-40B4-BE49-F238E27FC236}">
                <a16:creationId xmlns:a16="http://schemas.microsoft.com/office/drawing/2014/main" id="{CCA67F45-C41A-4AF0-8CA0-51DC5FFF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차이 = ON − OFF 평균.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264E39CA-EF38-456A-A6CE-17FE94B0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F529F920-6248-453D-A5B1-BA94AB1E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E7B08066-6E5D-43E1-AE37-CDFFF208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18964C21-A579-461E-85C4-78CD196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F4FF1B30-905E-41E8-9D35-86BFC1AE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결과가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D9557E79-36C3-45EE-9035-27088B2D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결과가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평가 언어: S0 영어 / S1 한국">
            <a:extLst xmlns:a="http://schemas.openxmlformats.org/drawingml/2006/main">
              <a:ext uri="{FF2B5EF4-FFF2-40B4-BE49-F238E27FC236}">
                <a16:creationId xmlns:a16="http://schemas.microsoft.com/office/drawing/2014/main" id="{566075CC-5BCA-4C4A-A538-DD990DCC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언어: S0 영어 / S1 한국어 번역, 생성 입력은 모두 영어</a:t>
            </a:r>
          </a:p>
        </p:txBody>
      </p:sp>
      <p:sp>
        <p:nvSpPr>
          <p:cNvPr id="48" name="반복측정 분산분석(ANOVA)·대응 t-검정, 양측 α=0.05 품질: SCD 상태별 H×C / 한국어 비율·시간: ">
            <a:extLst xmlns:a="http://schemas.openxmlformats.org/drawingml/2006/main">
              <a:ext uri="{FF2B5EF4-FFF2-40B4-BE49-F238E27FC236}">
                <a16:creationId xmlns:a16="http://schemas.microsoft.com/office/drawing/2014/main" id="{78EC1220-8A54-4432-877F-E45B099F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t-검정, 양측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품질: SCD 상태별 H×C / 한국어 비율·시간: H×C×S, SCD 대응쌍은 질의별 평균(n=60)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C480BD-DCDF-4524-A11F-C9A5BDE9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F714C7E8-6361-4130-8482-93B0F4A7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EB38499C-7E90-416C-BF49-66DECC10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106931-8371-43A6-93A2-E1402F194973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DC1508-9867-417C-BF3C-99A22EBC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로 평가 / S1: 한국어 번역으로 평가 충실도 H0C1S0 n=58, H0C0S1 n=57, 나머지 n=">
            <a:extLst xmlns:a="http://schemas.openxmlformats.org/drawingml/2006/main">
              <a:ext uri="{FF2B5EF4-FFF2-40B4-BE49-F238E27FC236}">
                <a16:creationId xmlns:a16="http://schemas.microsoft.com/office/drawing/2014/main" id="{8814ADC1-2079-4018-812F-DFA8344F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영어로 평가 / S1: 한국어 번역으로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RAGAS를 거치지 않고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523B2149-6F87-4389-BFDA-6E964593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AEBC21-F0E0-4D6A-A3D5-BA19EA533133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0.072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p&lt;0.05: 한국어 비율 S·H×C / 실행 시간 H·C·S·C×S RAGAS H×C 검정은 평가 언어별로 수행했으">
            <a:extLst xmlns:a="http://schemas.openxmlformats.org/drawingml/2006/main">
              <a:ext uri="{FF2B5EF4-FFF2-40B4-BE49-F238E27FC236}">
                <a16:creationId xmlns:a16="http://schemas.microsoft.com/office/drawing/2014/main" id="{68415212-689D-4787-B9BC-D11576F3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p&lt;0.05: 한국어 비율 S·H×C / 실행 시간 H·C·S·C×S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4지표 24검정의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0A708DCF-AF52-4F8E-A661-5A4B290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DAB576C-0F1A-4DFF-A6F6-BA8547566394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dz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p: 양측 p, dz: 차이 평균/차이 S">
            <a:extLst xmlns:a="http://schemas.openxmlformats.org/drawingml/2006/main">
              <a:ext uri="{FF2B5EF4-FFF2-40B4-BE49-F238E27FC236}">
                <a16:creationId xmlns:a16="http://schemas.microsoft.com/office/drawing/2014/main" id="{5D6F7B2C-923C-4712-A536-E8560C5E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p: 양측 p, dz: 차이 평균/차이 SD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06B35C2-3140-4DE0-ACD6-74441CC8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52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96D7BF30-D1F8-4E35-8AE0-48B7ECE3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55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: 기본 조건에서 관련성이 유의하게 높았으나(p=0.029), SCD 적용 조건의 추가 비교에서는 p=0.11">
            <a:extLst xmlns:a="http://schemas.openxmlformats.org/drawingml/2006/main">
              <a:ext uri="{FF2B5EF4-FFF2-40B4-BE49-F238E27FC236}">
                <a16:creationId xmlns:a16="http://schemas.microsoft.com/office/drawing/2014/main" id="{76584C04-50B2-44D3-89EF-107EA244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05050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기본 조건에서 관련성이 유의하게 높았으나(p=0.029),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적용 조건의 추가 비교에서는 p=0.114였다.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충실도 차이는 작았고(p=0.393), 실행 시간은 약 2.9배였다.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네 조합 모두에서 한국어 문자 비율이 높았고, CAD와 함께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쓰면 CAD의 추가 시간이 약 9초 줄었다(C×S, p&lt;0.001).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7955013-B764-46DF-BDD7-5B0F9107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5935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8F9D01A6-2187-443F-BF7A-F7777E08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6221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한국어 답변이 필요하면 SCD가 비용이 작은 선택지다. HyDE의 관련성 향상은 기본 조건(C0S0)에서 관측되었고,">
            <a:extLst xmlns:a="http://schemas.openxmlformats.org/drawingml/2006/main">
              <a:ext uri="{FF2B5EF4-FFF2-40B4-BE49-F238E27FC236}">
                <a16:creationId xmlns:a16="http://schemas.microsoft.com/office/drawing/2014/main" id="{D3A283A5-8665-4E04-94AC-FD2237E9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193625"/>
            <a:ext cx="97299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답변이 필요하면 SCD가 비용이 작은 선택지다.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HyDE의 관련성 향상은 기본 조건(C0S0)에서 관측되었고,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이 차이에는 질의 번역과 가상 문서 생성이 함께 포함되었다.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시간 비용이 커서(약 2.9배; SCD 미적용 3.1배, 적용 2.7배),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지식 충돌형 질의처럼 효과가 기대될 때 선택적으로 검토한다.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8E2E6C-A17C-4D4E-8C12-70458468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B2D6977F-DA73-46B9-9F88-5B217A6B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421CF83B-D3B0-4688-A147-F9F4AB50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996F7F1B-2882-4A97-8C29-6D444B3A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2A15DEEB-666F-4975-8143-3A35A69A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B45BAEF3-0C63-4BC4-BA2D-6B806FF7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전체 참고문헌 22편과 모델·자료 출처는 논문의 참고문헌에 수록">
            <a:extLst xmlns:a="http://schemas.openxmlformats.org/drawingml/2006/main">
              <a:ext uri="{FF2B5EF4-FFF2-40B4-BE49-F238E27FC236}">
                <a16:creationId xmlns:a16="http://schemas.microsoft.com/office/drawing/2014/main" id="{6DC40DE2-6A21-4D73-B1A0-FF336936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참고문헌 22편과 모델·자료 출처는 논문의 참고문헌에 수록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43690470-C233-4BA5-9A1C-14A7894D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449DAA75-75FB-4026-8E11-AB907B4F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45596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2026-10-18T12:08:45.9360000Z</dcterms:created>
  <dcterms:modified xsi:type="dcterms:W3CDTF">2026-10-18T12:08:45.9360000Z</dcterms:modified>
</coreProperties>
</file>