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5655b51113438b" /><Relationship Type="http://schemas.openxmlformats.org/officeDocument/2006/relationships/extended-properties" Target="/docProps/app.xml" Id="R6738b366da174876" /><Relationship Type="http://schemas.openxmlformats.org/officeDocument/2006/relationships/officeDocument" Target="/ppt/presentation.xml" Id="R430df5335a0140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11d35200044fea"/>
  </p:sldMasterIdLst>
  <p:notesMasterIdLst>
    <p:notesMasterId xmlns:r="http://schemas.openxmlformats.org/officeDocument/2006/relationships" r:id="R4949fc67fcff473a"/>
  </p:notesMasterIdLst>
  <p:sldIdLst>
    <p:sldId xmlns:r="http://schemas.openxmlformats.org/officeDocument/2006/relationships" id="256" r:id="Re562c2222906468f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91dd39f5d14d1c" /><Relationship Type="http://schemas.openxmlformats.org/officeDocument/2006/relationships/slideMaster" Target="/ppt/slideMasters/slideMaster1.xml" Id="R3b11d35200044fea" /><Relationship Type="http://schemas.openxmlformats.org/officeDocument/2006/relationships/notesMaster" Target="/ppt/notesMasters/notesMaster1.xml" Id="R4949fc67fcff473a" /><Relationship Type="http://schemas.openxmlformats.org/officeDocument/2006/relationships/presProps" Target="/ppt/presProps.xml" Id="R415acc7c51774629" /><Relationship Type="http://schemas.openxmlformats.org/officeDocument/2006/relationships/tableStyles" Target="/ppt/tableStyles.xml" Id="R57175fbb7ca4475b" /><Relationship Type="http://schemas.openxmlformats.org/officeDocument/2006/relationships/slide" Target="/ppt/slides/slide1.xml" Id="Re562c222290646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ea885d5aa34c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6421c669c04364" /><Relationship Type="http://schemas.openxmlformats.org/officeDocument/2006/relationships/notesMaster" Target="/ppt/notesMasters/notesMaster1.xml" Id="Rbfda7b7a697a44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FINALDOCS/DATA/TTEST_ANOVA_60Q.json; FINALDOCS/MANUSCRIPT/GRADUATION_REPORT_TRANSFER_KO_60Q.md. The exploratory analysis uses query-level paired t-tests and repeated-measures ANOVA with two-sided alpha 0.05 and no multiplicity adjustment.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a7a5a3263548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1844b74b5348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7b414c23f0492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758ca379547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395494dad043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6fa4d9c004f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A86962-2AB5-423F-9184-841619492E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3FB6E7-6EF6-42BD-A34D-414BC22069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C3B6948-9802-42E4-891A-2FDF91DB9D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3578F9-ADE6-4FE3-80B0-DEAB4999D3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82CC6BC-3C4E-41DB-B691-BA7509FA68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2A24762-7A6B-4A7B-A25E-B784FBBE4A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4C97ECD-3ECE-4C3B-B162-E85B6B5C5D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D55F3E0-22BF-4E1B-AA61-83819AA920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50ABDD-06B5-4000-B9F1-A7ABB4687E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9283E6-2D31-4BF4-985F-57FBEFF928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c5ac871fe04455" /><Relationship Type="http://schemas.openxmlformats.org/officeDocument/2006/relationships/slideLayout" Target="/ppt/slideLayouts/slideLayout1.xml" Id="R795ce3ad7e394fb8" /><Relationship Type="http://schemas.openxmlformats.org/officeDocument/2006/relationships/slideLayout" Target="/ppt/slideLayouts/slideLayout2.xml" Id="R0b81810b648a49ad" /><Relationship Type="http://schemas.openxmlformats.org/officeDocument/2006/relationships/slideLayout" Target="/ppt/slideLayouts/slideLayout3.xml" Id="Rf696abf199374e04" /><Relationship Type="http://schemas.openxmlformats.org/officeDocument/2006/relationships/slideLayout" Target="/ppt/slideLayouts/slideLayout4.xml" Id="R3c9cb9491df94465" /><Relationship Type="http://schemas.openxmlformats.org/officeDocument/2006/relationships/slideLayout" Target="/ppt/slideLayouts/slideLayout5.xml" Id="Rbe4c6c5906ea4ead" /><Relationship Type="http://schemas.openxmlformats.org/officeDocument/2006/relationships/slideLayout" Target="/ppt/slideLayouts/slideLayout6.xml" Id="Rd5cb04c3788441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5ce3ad7e394fb8"/>
    <p:sldLayoutId xmlns:r="http://schemas.openxmlformats.org/officeDocument/2006/relationships" id="2147483650" r:id="R0b81810b648a49ad"/>
    <p:sldLayoutId xmlns:r="http://schemas.openxmlformats.org/officeDocument/2006/relationships" id="2147483651" r:id="Rf696abf199374e04"/>
    <p:sldLayoutId xmlns:r="http://schemas.openxmlformats.org/officeDocument/2006/relationships" id="2147483652" r:id="R3c9cb9491df94465"/>
    <p:sldLayoutId xmlns:r="http://schemas.openxmlformats.org/officeDocument/2006/relationships" id="2147483653" r:id="Rbe4c6c5906ea4ead"/>
    <p:sldLayoutId xmlns:r="http://schemas.openxmlformats.org/officeDocument/2006/relationships" id="2147483654" r:id="Rd5cb04c3788441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7567b4d193400b" /><Relationship Type="http://schemas.openxmlformats.org/officeDocument/2006/relationships/notesSlide" Target="/ppt/notesSlides/notesSlide1.xml" Id="R28e5e3f1ff1e42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8C73751-82B4-443F-8071-6FB12B2B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6915451A-423C-4826-9AEA-E7B12F3C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AFB0096C-AD71-40B5-963D-8015F5AF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4A94F85B-9C0D-42F4-8D3C-C46E7E39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933EA-D2D1-41BA-8850-498B856C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EB239701-7E97-41A0-BFB6-15D9D226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76735A99-0280-408C-A5EE-FDF2B836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264F7FE3-C1FC-4E6E-9445-0AB9A666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HyDE는 한국어를 포함한 다국어 검색에서 평가되었다[2]. 한국어 질의–영어 문서 환경에서 HyDE·CAD·SCD의">
            <a:extLst xmlns:a="http://schemas.openxmlformats.org/drawingml/2006/main">
              <a:ext uri="{FF2B5EF4-FFF2-40B4-BE49-F238E27FC236}">
                <a16:creationId xmlns:a16="http://schemas.microsoft.com/office/drawing/2014/main" id="{EEE91773-F2A8-46BC-9F66-52F03F8B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한국어를 포함한 다국어 검색에서 평가되었다[2].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환경에서 HyDE·CAD·SCD의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개별 차이와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D512A-CA2D-4291-BB17-BC7D04DE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70563DA3-6481-4079-82B2-1AC4167F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실험에 사용한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A49FFED5-FCDF-426E-9C5A-1595DA81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329C8-30E4-47CB-8A82-D021831C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D0FA7350-3DF6-4C07-A792-00D91A42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B55E9-E3F7-4106-9237-44C7C992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22210D0C-A786-42DA-9311-386002A3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2BE0E-B09F-4C6F-8C71-61D5146D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1270A6B1-1A25-43F6-A994-A4D2A4F1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26CB3-643A-40DB-99A3-568E0372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5FE4BAF2-8425-45B5-930F-CCDB6624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14495-9911-43C1-8D10-29C3F435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92AE65-097C-49D9-B3A9-A909775F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7554CB-F632-4498-B350-93130DE0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9EA324-C1B2-4649-8C34-753A713E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입력 길이 관리">
            <a:extLst xmlns:a="http://schemas.openxmlformats.org/drawingml/2006/main">
              <a:ext uri="{FF2B5EF4-FFF2-40B4-BE49-F238E27FC236}">
                <a16:creationId xmlns:a16="http://schemas.microsoft.com/office/drawing/2014/main" id="{25CC13DA-564B-47AE-89E2-AC22A18B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선택·입력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1E416E-7B92-451D-B666-13E59680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82D33F64-92E1-4669-8729-C1F04071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FE418E-2F41-4A46-8A3F-E5F8AFA8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7D102-7142-4745-B2F3-5861AF5A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CB35E2-A813-44BF-890D-9B3C0223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0D8CA60C-18D4-4689-B927-38A94448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6B96E66F-F899-485C-ACBD-371F77DD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0D0D89-E0E5-486B-885C-C70AB4A728ED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BECD48E8-8D7A-4887-9200-F8763108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7AF80AF9-8150-449F-9AB0-3D3BBCCA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 요약을 15개 내용 단위로 나누어 질의를 작성하고, 총 60개 질의의 원문 페이지·정답 근거·답변 가능성을 확인">
            <a:extLst xmlns:a="http://schemas.openxmlformats.org/drawingml/2006/main">
              <a:ext uri="{FF2B5EF4-FFF2-40B4-BE49-F238E27FC236}">
                <a16:creationId xmlns:a16="http://schemas.microsoft.com/office/drawing/2014/main" id="{9DE22CE4-2591-4B6F-930E-8AE0E06F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 요약을 15개 내용 단위로 나누어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7D6B8B-BC7B-4F32-BA88-CF986D56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1EFF305F-73A6-4621-9119-01D3B2F7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근거가 지지하는 답변 주장 비율이 크다. 답변 관련성: 높을수록 답변 기반 질문과 원질문">
            <a:extLst xmlns:a="http://schemas.openxmlformats.org/drawingml/2006/main">
              <a:ext uri="{FF2B5EF4-FFF2-40B4-BE49-F238E27FC236}">
                <a16:creationId xmlns:a16="http://schemas.microsoft.com/office/drawing/2014/main" id="{FD0807A8-1646-437A-9DE4-245C0214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근거가 지지하는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관련성 +0.080은 ON−OFF 평균 차이 0.080점이다. SD는 질의별 분포의 표본표">
            <a:extLst xmlns:a="http://schemas.openxmlformats.org/drawingml/2006/main">
              <a:ext uri="{FF2B5EF4-FFF2-40B4-BE49-F238E27FC236}">
                <a16:creationId xmlns:a16="http://schemas.microsoft.com/office/drawing/2014/main" id="{7F4D7193-6242-48E4-B011-335BA633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관련성 +0.080은 ON−OFF 평균 차이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0.080점이다. SD는 질의별 분포의 표본표준편차다.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C3412673-FF58-4B98-BDD5-3CBD33AA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DEE45DEB-C207-4D3A-800A-9765715F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39282E8E-0A93-46D3-B4DA-20F99524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0DC59136-55D7-4F06-9243-1C356041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0122C19A-96E0-4A2D-8EB6-9A5FC2D7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결과가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0F0031D5-188C-400B-8DF3-C56BCB1C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결과가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평가 언어: S0 영어 / S1 한국">
            <a:extLst xmlns:a="http://schemas.openxmlformats.org/drawingml/2006/main">
              <a:ext uri="{FF2B5EF4-FFF2-40B4-BE49-F238E27FC236}">
                <a16:creationId xmlns:a16="http://schemas.microsoft.com/office/drawing/2014/main" id="{11853166-0F27-42FA-8B71-7177C1D3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언어: S0 영어 / S1 한국어 번역, 생성 입력은 모두 영어</a:t>
            </a:r>
          </a:p>
        </p:txBody>
      </p:sp>
      <p:sp>
        <p:nvSpPr>
          <p:cNvPr id="48" name="반복측정 분산분석(ANOVA)·대응 t-검정, 양측 α=0.05 품질 S별 H×C / 문자·시간 H×C×S, SCD ">
            <a:extLst xmlns:a="http://schemas.openxmlformats.org/drawingml/2006/main">
              <a:ext uri="{FF2B5EF4-FFF2-40B4-BE49-F238E27FC236}">
                <a16:creationId xmlns:a16="http://schemas.microsoft.com/office/drawing/2014/main" id="{2C6E7E6B-0306-4EA9-822E-C4C88550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t-검정, 양측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S별 H×C / 문자·시간 H×C×S, SCD 120·240쌍→질의60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264E1F-B597-4562-BC61-32470FDE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95678E53-9946-4562-A735-54D6DA88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0F99F741-6688-41A4-8823-BC4FFF74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7F3F6A-CA6B-4B42-9F65-A64A2DFC4A2A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E735DA-2EE0-4406-9278-6C940702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로 평가 / S1: 한국어 번역으로 평가 충실도 H0C1S0 n=58, H0C0S1 n=57, 나머지 n=">
            <a:extLst xmlns:a="http://schemas.openxmlformats.org/drawingml/2006/main">
              <a:ext uri="{FF2B5EF4-FFF2-40B4-BE49-F238E27FC236}">
                <a16:creationId xmlns:a16="http://schemas.microsoft.com/office/drawing/2014/main" id="{75046709-B8A9-4069-A223-55D1E696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영어로 평가 / S1: 한국어 번역으로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생성 기록에서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3882FF16-E846-400D-9A81-05F42242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BEFF174-3C7C-4C0E-A6AF-AD0B9E05ACA0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0.072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p&lt;0.05: 한국어 비율 S·H×C / 실행 시간 H·C·S·C×S RAGAS H×C 검정은 평가 언어별로 수행했으">
            <a:extLst xmlns:a="http://schemas.openxmlformats.org/drawingml/2006/main">
              <a:ext uri="{FF2B5EF4-FFF2-40B4-BE49-F238E27FC236}">
                <a16:creationId xmlns:a16="http://schemas.microsoft.com/office/drawing/2014/main" id="{B6008603-5833-4D74-AF42-AFDE4985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p&lt;0.05: 한국어 비율 S·H×C / 실행 시간 H·C·S·C×S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4지표 24검정의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E738EF54-CAFB-4DA8-B1B1-62B79696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1FE5007-D33D-452F-B7E4-1159DE971303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dz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p: 다중비교 보정 없는 양측 p, dz:">
            <a:extLst xmlns:a="http://schemas.openxmlformats.org/drawingml/2006/main">
              <a:ext uri="{FF2B5EF4-FFF2-40B4-BE49-F238E27FC236}">
                <a16:creationId xmlns:a16="http://schemas.microsoft.com/office/drawing/2014/main" id="{FDC519F8-214C-4CE9-8A1E-FCFF5193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p: 다중비교 보정 없는 양측 p, dz: 차이 평균/차이 SD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차이 +0.218은 한글 비중 +21.8%p에 해당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A47597-C87D-49E1-B562-57E722E0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81237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F7C8BA24-D803-4068-9833-87ECD866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84095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 관련성은 평균 +0.080점, t(59)=2.236, p=0.029였다. CAD 충실도는 평균 +0.029점">
            <a:extLst xmlns:a="http://schemas.openxmlformats.org/drawingml/2006/main">
              <a:ext uri="{FF2B5EF4-FFF2-40B4-BE49-F238E27FC236}">
                <a16:creationId xmlns:a16="http://schemas.microsoft.com/office/drawing/2014/main" id="{6FD4FACA-8CCF-41E3-9547-9A10A217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336250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관련성은 평균 +0.080점, t(59)=2.236, p=0.029였다.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충실도는 평균 +0.029점, t(57)=0.862, p=0.393이었다.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주 비교의 한국어 비율은 21.822%p 높았다(p&lt;0.001).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시간 증가: SCD OFF +46.583초 / ON +37.747초.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DA0E778-FFE5-4E17-8764-81049E8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68880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BBA5CC2C-EA78-454B-9C85-4297DD26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71737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HyDE는 C0S0에서 관련성을 높였고(p=0.029), CAD 충실도 차이는 p=0.393이었다. SCD는 같은 영">
            <a:extLst xmlns:a="http://schemas.openxmlformats.org/drawingml/2006/main">
              <a:ext uri="{FF2B5EF4-FFF2-40B4-BE49-F238E27FC236}">
                <a16:creationId xmlns:a16="http://schemas.microsoft.com/office/drawing/2014/main" id="{FE250D17-B2D7-4429-9AA1-CDA727DC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288875"/>
            <a:ext cx="97299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C0S0에서 관련성을 높였고(p=0.029), CAD 충실도 차이는 p=0.393이었다.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SCD는 같은 영어 근거에서 한국어 사용 비중을 높였다.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실행 시간을 SCD 미적용 3.1배, 적용 2.7배로 늘렸다.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비교에는 질의 번역과 가상 문서 생성이 함께 포함됐다.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15B71FC-A346-4231-AF8D-A0CB757F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73C8002D-0CF4-4E30-AAC4-5FCDD9F3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41E7049E-11D6-4A1F-BE20-646651CC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2896C016-835C-4B43-8751-EF7457D3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683BF456-9D45-4BAC-9121-73490765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655632E7-3B6A-41E8-8507-B51A2036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전체 참고문헌 22편과 모델·자료 출처는 논문의 참고문헌에 수록">
            <a:extLst xmlns:a="http://schemas.openxmlformats.org/drawingml/2006/main">
              <a:ext uri="{FF2B5EF4-FFF2-40B4-BE49-F238E27FC236}">
                <a16:creationId xmlns:a16="http://schemas.microsoft.com/office/drawing/2014/main" id="{E4E79B22-ABD6-442D-BE31-552D3F26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참고문헌 22편과 모델·자료 출처는 논문의 참고문헌에 수록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E1AF734D-69B7-48D0-B1F4-ABEFB021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13CEBAD9-9D63-45DD-AB62-1A79BE0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1613744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2026-10-18T02:58:37.2210000Z</dcterms:created>
  <dcterms:modified xsi:type="dcterms:W3CDTF">2026-10-18T02:58:37.2210000Z</dcterms:modified>
</coreProperties>
</file>