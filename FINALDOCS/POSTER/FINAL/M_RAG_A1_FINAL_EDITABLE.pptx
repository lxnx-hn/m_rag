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df393bbfaa4269" /><Relationship Type="http://schemas.openxmlformats.org/officeDocument/2006/relationships/extended-properties" Target="/docProps/app.xml" Id="Rbd3bd5b6b028458e" /><Relationship Type="http://schemas.openxmlformats.org/officeDocument/2006/relationships/officeDocument" Target="/ppt/presentation.xml" Id="R394bee03244248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afd8e3b6eb4d84"/>
  </p:sldMasterIdLst>
  <p:notesMasterIdLst>
    <p:notesMasterId xmlns:r="http://schemas.openxmlformats.org/officeDocument/2006/relationships" r:id="R53f3c389fc704493"/>
  </p:notesMasterIdLst>
  <p:sldIdLst>
    <p:sldId xmlns:r="http://schemas.openxmlformats.org/officeDocument/2006/relationships" id="256" r:id="Rc702f5a0ec6c4574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4d928c43ba492c" /><Relationship Type="http://schemas.openxmlformats.org/officeDocument/2006/relationships/slideMaster" Target="/ppt/slideMasters/slideMaster1.xml" Id="R78afd8e3b6eb4d84" /><Relationship Type="http://schemas.openxmlformats.org/officeDocument/2006/relationships/notesMaster" Target="/ppt/notesMasters/notesMaster1.xml" Id="R53f3c389fc704493" /><Relationship Type="http://schemas.openxmlformats.org/officeDocument/2006/relationships/presProps" Target="/ppt/presProps.xml" Id="R086c424c3dbe4e10" /><Relationship Type="http://schemas.openxmlformats.org/officeDocument/2006/relationships/tableStyles" Target="/ppt/tableStyles.xml" Id="R02a94f476f6941ee" /><Relationship Type="http://schemas.openxmlformats.org/officeDocument/2006/relationships/slide" Target="/ppt/slides/slide1.xml" Id="Rc702f5a0ec6c45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3eb6d4651e4e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8aac42e9e94819" /><Relationship Type="http://schemas.openxmlformats.org/officeDocument/2006/relationships/notesMaster" Target="/ppt/notesMasters/notesMaster1.xml" Id="R619ab16efcb345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e6dce3831042e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a0f1250e14b7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5f98f43bd4c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4d6ab6b6a44c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fe9b9c1df04b3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b229228be44a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89664F-4BAD-455F-A843-FE758703F6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806BBF0-0EB0-4FA4-AD43-B7CB5FC00D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A42F1BD-BB3A-45EA-BEF4-E97982B6E5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D9C104-D843-4298-BC0A-9262CD460E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C452112-BDC6-47DD-9B0E-F20F3C12DC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E7D7297-F64C-4758-B596-BED90235E8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2C80AE-DFF1-4F27-9F1B-EC6749770F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D4B81D9-AF12-44CA-9E56-164D7F24E6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B77181-AB22-4E4B-B333-D0272E4A1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DE6CFAD-8C85-43A2-968E-62AAB1A15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6a8780447e466a" /><Relationship Type="http://schemas.openxmlformats.org/officeDocument/2006/relationships/slideLayout" Target="/ppt/slideLayouts/slideLayout1.xml" Id="R1f60f0ded9034f6b" /><Relationship Type="http://schemas.openxmlformats.org/officeDocument/2006/relationships/slideLayout" Target="/ppt/slideLayouts/slideLayout2.xml" Id="Rb54d3af20ef84be9" /><Relationship Type="http://schemas.openxmlformats.org/officeDocument/2006/relationships/slideLayout" Target="/ppt/slideLayouts/slideLayout3.xml" Id="R05087f3bbfb347a5" /><Relationship Type="http://schemas.openxmlformats.org/officeDocument/2006/relationships/slideLayout" Target="/ppt/slideLayouts/slideLayout4.xml" Id="Ra9f3dc87f8584bb7" /><Relationship Type="http://schemas.openxmlformats.org/officeDocument/2006/relationships/slideLayout" Target="/ppt/slideLayouts/slideLayout5.xml" Id="Rc9f11f8eca024695" /><Relationship Type="http://schemas.openxmlformats.org/officeDocument/2006/relationships/slideLayout" Target="/ppt/slideLayouts/slideLayout6.xml" Id="Rf5144ccf0c2f4f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60f0ded9034f6b"/>
    <p:sldLayoutId xmlns:r="http://schemas.openxmlformats.org/officeDocument/2006/relationships" id="2147483650" r:id="Rb54d3af20ef84be9"/>
    <p:sldLayoutId xmlns:r="http://schemas.openxmlformats.org/officeDocument/2006/relationships" id="2147483651" r:id="R05087f3bbfb347a5"/>
    <p:sldLayoutId xmlns:r="http://schemas.openxmlformats.org/officeDocument/2006/relationships" id="2147483652" r:id="Ra9f3dc87f8584bb7"/>
    <p:sldLayoutId xmlns:r="http://schemas.openxmlformats.org/officeDocument/2006/relationships" id="2147483653" r:id="Rc9f11f8eca024695"/>
    <p:sldLayoutId xmlns:r="http://schemas.openxmlformats.org/officeDocument/2006/relationships" id="2147483654" r:id="Rf5144ccf0c2f4f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1ccca75b75417c" /><Relationship Type="http://schemas.openxmlformats.org/officeDocument/2006/relationships/notesSlide" Target="/ppt/notesSlides/notesSlide1.xml" Id="R0fbd9e3cac8742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DBC1E5-11EC-4264-86F0-4D73BE6C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2CF6C21B-E085-4FBC-8B30-21AF6DC6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8BBF0810-01B4-4D75-8ACB-8A99638F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2313F6F6-C728-497B-889B-8CE8987F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FD162-E6FE-45F4-A9CB-5EDCAE04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C2CAA2EF-A643-4DC9-8684-E5B981AA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5F147FA8-2BDD-4566-AB38-91B67205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A45F7719-E4B1-4D0E-9E1B-C09BE621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한국어 질의–영어 문서 RAG는 검색 어휘 차이, 근거 반영, 영어 출력(언어 이탈)의 문제를 함께 겪는다. 세 기법">
            <a:extLst xmlns:a="http://schemas.openxmlformats.org/drawingml/2006/main">
              <a:ext uri="{FF2B5EF4-FFF2-40B4-BE49-F238E27FC236}">
                <a16:creationId xmlns:a16="http://schemas.microsoft.com/office/drawing/2014/main" id="{EB97F40D-DBF6-42FC-9C01-A4BCF26C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RAG는 검색 어휘 차이, 근거 반영,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영어 출력(언어 이탈)의 문제를 함께 겪는다. 세 기법의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단독 효과와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DC6DC-5954-4C46-A4EE-365ED29B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62C38AF6-1253-4D6A-AC7B-1307FF33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2946413C-2FBF-44EE-B3D8-2DA83DE7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9C244-15B9-4843-9945-97BDAA6C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F622BCE3-CDE8-40A1-AC25-2AEC8323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DFD87-1233-4A3F-9594-BEC16798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ABBB11B8-CF77-48B6-96FF-90880EBA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FDC7CE-CCBF-4F05-B39D-4A43C8FF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BC311CD6-D28F-4F1D-908C-16A33A7E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223DBD-C1D5-463B-8F95-07D5239E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42E02A47-9235-410F-BC20-EBE6725F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EBC5E-9FCC-476F-8D0A-DD433511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D3FE97-E9E5-4DFD-8317-2CE1D8FF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7C67A9-3A28-4A2D-981B-70A9497B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36E9F2-9F1D-4611-BFC3-41DE23A0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입력 길이 관리">
            <a:extLst xmlns:a="http://schemas.openxmlformats.org/drawingml/2006/main">
              <a:ext uri="{FF2B5EF4-FFF2-40B4-BE49-F238E27FC236}">
                <a16:creationId xmlns:a16="http://schemas.microsoft.com/office/drawing/2014/main" id="{A0ED452E-C2A3-4CF9-B091-1CBC6DF6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선택·입력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2BDE01-5338-4F1D-9563-CC399495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BA8A9FC7-6D6C-41A5-8243-80100D13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354F1F-4B89-4781-AC78-F19B65F3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C54586-7A9D-4D76-909D-1212D2BB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222C0E-2B02-44C9-B807-5B6BE468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94AE48EC-342C-4BA7-ADDB-A4754114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5EC852D3-B192-4764-9CA6-BEAA9E80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773E95-A37F-41D7-8DDC-AB5530DE49B7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D4F54AAC-AA7C-4AA8-B9B5-055A817C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1F4A2435-F7C6-40F0-A5A3-6EC49D07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마다 주요 내용을 15개 단위로 요약해 단위별 질의를 작성하고, 총 60개 질의의 원문 페이지·정답 근거·답변 가">
            <a:extLst xmlns:a="http://schemas.openxmlformats.org/drawingml/2006/main">
              <a:ext uri="{FF2B5EF4-FFF2-40B4-BE49-F238E27FC236}">
                <a16:creationId xmlns:a16="http://schemas.microsoft.com/office/drawing/2014/main" id="{C4F2748D-DCA3-4DAC-9007-CEEB196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문서마다 주요 내용을 15개 단위로 요약해 단위별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0B7A32-207C-4841-ABD0-2E7D29AE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1BEFB309-50C9-4879-B124-470919C6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결과가 뒷받침하는 답변 주장 비율이 크다. 답변 관련성: 높을수록 답변 기반 질문과 원질">
            <a:extLst xmlns:a="http://schemas.openxmlformats.org/drawingml/2006/main">
              <a:ext uri="{FF2B5EF4-FFF2-40B4-BE49-F238E27FC236}">
                <a16:creationId xmlns:a16="http://schemas.microsoft.com/office/drawing/2014/main" id="{E72B5B61-6ED9-4961-9089-E50F16E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결과가 뒷받침하는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차이는 ON−OFF 평균 차이다. 한국어 비율 0.700은 70.0%, 차이 +0.218은">
            <a:extLst xmlns:a="http://schemas.openxmlformats.org/drawingml/2006/main">
              <a:ext uri="{FF2B5EF4-FFF2-40B4-BE49-F238E27FC236}">
                <a16:creationId xmlns:a16="http://schemas.microsoft.com/office/drawing/2014/main" id="{978329CF-3F40-4C48-AD4D-46276CB8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차이는 ON−OFF 평균 차이다.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70F0298E-F1E8-4DE7-8BA6-DA9947DA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9BD9AA2A-426D-4049-92BF-EDF6FC27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3CAB2510-DC34-47A4-84ED-982C9A1B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0C264AC3-4781-4E1C-B119-BF5365E8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C5270960-255F-481D-811B-69FC61A2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결과가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71F80C61-FDA2-4789-9E3B-DA0A9D98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결과가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평가 언어: S0 영어 / S1 한국">
            <a:extLst xmlns:a="http://schemas.openxmlformats.org/drawingml/2006/main">
              <a:ext uri="{FF2B5EF4-FFF2-40B4-BE49-F238E27FC236}">
                <a16:creationId xmlns:a16="http://schemas.microsoft.com/office/drawing/2014/main" id="{B33B7512-F3AE-486E-9A70-327951CC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언어: S0 영어 / S1 한국어 번역, 생성 입력은 모두 영어</a:t>
            </a:r>
          </a:p>
        </p:txBody>
      </p:sp>
      <p:sp>
        <p:nvSpPr>
          <p:cNvPr id="48" name="반복측정 분산분석(ANOVA)·대응 t-검정, 양측 α=0.05 품질: SCD 상태별 H×C / 한국어 비율·시간: ">
            <a:extLst xmlns:a="http://schemas.openxmlformats.org/drawingml/2006/main">
              <a:ext uri="{FF2B5EF4-FFF2-40B4-BE49-F238E27FC236}">
                <a16:creationId xmlns:a16="http://schemas.microsoft.com/office/drawing/2014/main" id="{BDB5008C-77D3-4DB9-A45E-CC1D81C8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품질: SCD 상태별 H×C / 한국어 비율·시간: H×C×S, SCD 대응쌍은 질의별 평균(n=60)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74C881-D403-4C6B-B4A3-0D8881F3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95B6A686-9609-465C-8912-84C92845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EA0DD159-F5DF-4613-80C8-6FFF9160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E18D62-9C4C-4FD0-89A9-57CB2E134EB6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785FE23-E967-47BF-8A00-A526ED56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로 평가 / S1: 한국어 번역으로 평가 충실도 H0C1S0 n=58, H0C0S1 n=57, 나머지 n=">
            <a:extLst xmlns:a="http://schemas.openxmlformats.org/drawingml/2006/main">
              <a:ext uri="{FF2B5EF4-FFF2-40B4-BE49-F238E27FC236}">
                <a16:creationId xmlns:a16="http://schemas.microsoft.com/office/drawing/2014/main" id="{819B5E03-2B43-4114-A3FF-9B3CF9AF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영어로 평가 / S1: 한국어 번역으로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답변과 실행 시간에서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8E0281FD-F93A-4A7F-BEE8-E2E954B4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73657E-1C4E-499D-AE6C-13E525359B5B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* / 실행 시간 H·C·S*·C×S (*유의수준 근처의 탐색적 결과) RAGAS">
            <a:extLst xmlns:a="http://schemas.openxmlformats.org/drawingml/2006/main">
              <a:ext uri="{FF2B5EF4-FFF2-40B4-BE49-F238E27FC236}">
                <a16:creationId xmlns:a16="http://schemas.microsoft.com/office/drawing/2014/main" id="{C469F927-E94D-4D5C-99DD-6D6DE927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S·H×C* / 실행 시간 H·C·S*·C×S (*유의수준 근처의 탐색적 결과)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59D98C1E-67BB-4DB0-B2F8-F458F43D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14632D-95AD-4F5B-A7E1-55689EC16105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다중비교 보정 없는 양측 p, dz:">
            <a:extLst xmlns:a="http://schemas.openxmlformats.org/drawingml/2006/main">
              <a:ext uri="{FF2B5EF4-FFF2-40B4-BE49-F238E27FC236}">
                <a16:creationId xmlns:a16="http://schemas.microsoft.com/office/drawing/2014/main" id="{8213D86D-36C6-43AC-8A5A-8CE473BC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다중비교 보정 없는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78A86DF-D64B-4ACF-A40F-B761E7FC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52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EB7F33E0-937C-455E-B3B4-99C1ABF6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55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: 기본 조건에서 관련성이 유의하게 높았고(p=0.029), SCD 적용 조건의 추가 비교에서는 p=0.114">
            <a:extLst xmlns:a="http://schemas.openxmlformats.org/drawingml/2006/main">
              <a:ext uri="{FF2B5EF4-FFF2-40B4-BE49-F238E27FC236}">
                <a16:creationId xmlns:a16="http://schemas.microsoft.com/office/drawing/2014/main" id="{3251FDC8-A947-417F-8BEA-38BAD53D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05050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기본 조건에서 관련성이 유의하게 높았고(p=0.029),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적용 조건의 추가 비교에서는 p=0.114였다.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충실도 차이는 작았고(p=0.393), 실행 시간은 약 2.9배였다.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네 조합 모두에서 한국어 문자 비율이 높았고, CAD와 함께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쓰면 CAD의 추가 시간이 약 9초 줄었다(C×S, p&lt;0.001).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4667C4C-20ED-40C2-AE18-B74E0F15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5935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A4CAB35E-3269-4A25-88BC-74FA9811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6221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한국어 답변이 필요하면 SCD가 비용이 작은 선택이었다. HyDE의 관련성 향상은 기본 조건(C0S0)에서 관측되었고">
            <a:extLst xmlns:a="http://schemas.openxmlformats.org/drawingml/2006/main">
              <a:ext uri="{FF2B5EF4-FFF2-40B4-BE49-F238E27FC236}">
                <a16:creationId xmlns:a16="http://schemas.microsoft.com/office/drawing/2014/main" id="{447BEAE4-82FB-4924-86F1-7483C3E9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193625"/>
            <a:ext cx="97299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답변이 필요하면 SCD가 비용이 작은 선택이었다.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HyDE의 관련성 향상은 기본 조건(C0S0)에서 관측되었고,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이 차이에는 질의 번역과 가상 문서 생성이 함께 포함되었다.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충실도 차이가 작고 실행 시간이 약 2.9배로 늘었다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(SCD 미적용 3.1배, 적용 2.7배).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34702A-A4A6-4632-B109-0EFB9FBC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7AD350D8-D56A-41AC-BE65-3A82EAD8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29529266-6377-4562-A347-B87CFDA2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9A30954B-F151-4485-8628-382F3360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C9F590B0-C100-4C48-85BE-55FDD7C2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AAD2C696-6DD4-491F-A93F-85698066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전체 참고문헌 22편과 모델·자료 출처는 논문의 참고문헌에 수록">
            <a:extLst xmlns:a="http://schemas.openxmlformats.org/drawingml/2006/main">
              <a:ext uri="{FF2B5EF4-FFF2-40B4-BE49-F238E27FC236}">
                <a16:creationId xmlns:a16="http://schemas.microsoft.com/office/drawing/2014/main" id="{3AA73015-D3F4-44C7-BF92-76B9825D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참고문헌 22편과 모델·자료 출처는 논문의 참고문헌에 수록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94E4FC76-3D47-4121-ACC0-C18495B1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8B4ECA7C-6541-497A-A2C4-30B1B838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16495427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2026-10-18T09:34:26.1310000Z</dcterms:created>
  <dcterms:modified xsi:type="dcterms:W3CDTF">2026-10-18T09:34:26.1310000Z</dcterms:modified>
</coreProperties>
</file>