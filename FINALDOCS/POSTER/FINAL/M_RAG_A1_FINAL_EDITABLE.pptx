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7819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562026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06233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</a:t>
            </a:r>
          </a:p>
        </p:txBody>
      </p:sp>
      <p:pic>
        <p:nvPicPr>
          <p:cNvPr id="15" name="Picture 14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0" y="3852000"/>
            <a:ext cx="9612000" cy="274628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92000" y="670628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673148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예시 질문으로 본 단독 기법의 작동</a:t>
            </a:r>
          </a:p>
        </p:txBody>
      </p:sp>
      <p:pic>
        <p:nvPicPr>
          <p:cNvPr id="18" name="Picture 17" descr="poster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7354285"/>
            <a:ext cx="19800000" cy="772192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2000" y="15112212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15508212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1553341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질문과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612021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52751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1693481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00" y="1734211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관측값은 모두 0에서 1, 앞의 네 지표는 RAGAS로 계산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17749416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980000" y="16120212"/>
          <a:ext cx="9611999" cy="236229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48461"/>
                <a:gridCol w="5083269"/>
                <a:gridCol w="2680269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측정 내용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답변의 주장 중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근거에 충실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역으로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모호하거나 회피하는 답변은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답변에 유용한 구간의 순위가 높은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순위가 적절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답변의 주장을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정답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출력 언어, 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792000" y="1863601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000" y="1866121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92000" y="19248018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92000" y="23117579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235261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240786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000" y="241038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방법 질문 25개의 원점수 평행좌표</a:t>
            </a:r>
          </a:p>
        </p:txBody>
      </p:sp>
      <p:pic>
        <p:nvPicPr>
          <p:cNvPr id="35" name="Picture 34" descr="poster_parall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24690651"/>
            <a:ext cx="19800000" cy="28168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2000" y="27543464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28096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000" y="28121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결론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000" y="28708000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관련성과 응답 시간이 중요하면 HyDE 하나(개념과 결과 질문 포함)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9148831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80000" y="28708000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80000" y="29148831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000" y="29661662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