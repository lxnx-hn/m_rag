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312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68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520000"/>
            <a:ext cx="1980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Malgun Gothic"/>
                <a:ea typeface="Malgun Gothic"/>
              </a:rPr>
              <a:t>질문 유형별 원점수와 실제 답변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5168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6042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6067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798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819912"/>
          <a:ext cx="9612000" cy="328778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4215698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80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24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80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0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0980000" y="5204132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0980000" y="7988249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80000" y="838424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24000" y="840944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단일 기법의 처리 시간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980000" y="8996249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980000" y="10565487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배(굵은 값은 가장 긴 시간)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80000" y="1104602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24000" y="1107122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조건별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980000" y="11658023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0980000" y="15332719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1588525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6000" y="1591045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질문 유형별 평균 점수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92000" y="16497255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92000" y="203668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2091935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6000" y="2094455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35" name="Picture 34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1531351"/>
            <a:ext cx="19800000" cy="52009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2000" y="26768273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2724880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000" y="2727400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000" y="2786080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8286110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2000" y="2871141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고루 지키려면 세 기법, 방법 질문에서 네 품질 지표가 모두 상승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000" y="2913671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기법은 최고값 없이 한국어 비율 0.73, 처리 시간은 약 세 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980000" y="2724880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124000" y="2727400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80000" y="2786080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80000" y="28286110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80000" y="2871141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80000" y="2913671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9634014"/>
            <a:ext cx="9612000" cy="39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[1] Lewis et al., RAG, NeurIPS 2020  [2] Gao et al., HyDE, ACL 2023  [3] Shi et al., CAD, NAACL 2024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[4] Li et al., SCD, AAAI 2026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