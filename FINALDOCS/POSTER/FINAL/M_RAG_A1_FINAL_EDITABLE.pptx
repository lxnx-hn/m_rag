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7819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562026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06233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</a:t>
            </a:r>
          </a:p>
        </p:txBody>
      </p:sp>
      <p:pic>
        <p:nvPicPr>
          <p:cNvPr id="15" name="Picture 14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0" y="3852000"/>
            <a:ext cx="9612000" cy="274628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92000" y="670628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673148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예시 질문으로 본 단독 기법의 작동</a:t>
            </a:r>
          </a:p>
        </p:txBody>
      </p:sp>
      <p:pic>
        <p:nvPicPr>
          <p:cNvPr id="18" name="Picture 17" descr="poster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7354285"/>
            <a:ext cx="19800000" cy="772192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2000" y="15112212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15508212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1553341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질문과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61202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5275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6934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00" y="1734211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17749416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6120212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792000" y="1863601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000" y="1866121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92000" y="19248018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92000" y="2311757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235261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2407865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000" y="2410385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방법 질문 25개의 원점수 평행좌표</a:t>
            </a:r>
          </a:p>
        </p:txBody>
      </p:sp>
      <p:pic>
        <p:nvPicPr>
          <p:cNvPr id="35" name="Picture 34" descr="poster_parall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24690651"/>
            <a:ext cx="19800000" cy="28168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92000" y="27543464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28096000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000" y="28121200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결론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000" y="28708000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관련성과 처리 시간이 중요하면 HyDE 하나(개념과 결과 질문 포함)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000" y="29148831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80000" y="28708000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80000" y="29148831"/>
            <a:ext cx="9612000" cy="368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 일관된 이득은 SCD의 한국어 비율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000" y="29661662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