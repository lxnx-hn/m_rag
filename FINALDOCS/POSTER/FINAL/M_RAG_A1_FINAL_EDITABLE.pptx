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4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862000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6042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6067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3" name="Picture 12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798198"/>
            <a:ext cx="9612000" cy="3661714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92000" y="10819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92000" y="14215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0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0980000" y="5204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0980000" y="7988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80000" y="8384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24000" y="8409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8996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980000" y="10565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80000" y="11046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24000" y="11071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980000" y="11658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0980000" y="15332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15885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000" y="15910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2000" y="16497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92000" y="20366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20919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6000" y="20944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6" name="Picture 35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531351"/>
            <a:ext cx="19800000" cy="4744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92000" y="2631205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2679258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000" y="2681778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74045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782988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82551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기법(방법 질문의 네 품질 지표 모두 상승)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8680491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80000" y="2679258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4000" y="2681778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74045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782988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82551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80000" y="28680491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2000" y="29177792"/>
            <a:ext cx="9612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[2] Gao et al., HyDE, ACL 2023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[3] Shi et al., CAD, NAACL 2024  [4] Li et al., SCD, AAAI 2026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