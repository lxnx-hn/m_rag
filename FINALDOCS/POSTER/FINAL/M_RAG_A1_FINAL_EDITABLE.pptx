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312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40000"/>
            <a:ext cx="1980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Malgun Gothic"/>
                <a:ea typeface="Malgun Gothic"/>
              </a:rPr>
              <a:t>질문 유형별 원점수와 실제 답변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2862000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6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84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검색해 한국어로 답하는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26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HyDE는 검색 입력, CAD는 근거 반영, SCD는 출력 언어를 조정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5168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같은 질문 60개로 유형마다 유리한 기법을 비교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6042198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000" y="6067398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파이프라인과 실험 조건</a:t>
            </a:r>
          </a:p>
        </p:txBody>
      </p:sp>
      <p:pic>
        <p:nvPicPr>
          <p:cNvPr id="13" name="Picture 12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6798198"/>
            <a:ext cx="9612000" cy="3661714"/>
          </a:xfrm>
          <a:prstGeom prst="rect">
            <a:avLst/>
          </a:prstGeom>
        </p:spPr>
      </p:pic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92000" y="10819912"/>
          <a:ext cx="9612000" cy="328778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32160"/>
                <a:gridCol w="1281600"/>
                <a:gridCol w="1281600"/>
                <a:gridCol w="1281600"/>
                <a:gridCol w="2435040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품질 평가 근거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92000" y="14215698"/>
            <a:ext cx="9612000" cy="905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63044"/>
                </a:solidFill>
                <a:latin typeface="Malgun Gothic"/>
                <a:ea typeface="Malgun Gothic"/>
              </a:rPr>
              <a:t>- HyDE는 Hypothetical Document Embeddings, CAD는
  Context-Aware Decoding, SCD는 Soft Constrained Decoding
  표의 +는 적용, −는 미적용을 뜻함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80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24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 60개와 평가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0000" y="4284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 질문 60개, 조건 8개, 답변 480개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80000" y="4726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 18개, 방법 질문 25개, 개념과 결과 질문 17개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0980000" y="5204132"/>
          <a:ext cx="9611999" cy="27121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363"/>
                <a:gridCol w="4878818"/>
                <a:gridCol w="2475818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무엇을 측정하는가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주장 중 입력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일치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회피하거나 모호한 응답은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유용한 검색 구간이 위쪽에 놓인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 정확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처리 시간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질문 하나의 검색과 생성 시간(초)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낮을수록 비용 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0980000" y="7988249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점수 지표는 0에서 1 사이이며 관련성의 이론 범위는 −1에서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80000" y="838424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24000" y="840944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단일 기법의 처리 시간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980000" y="8996249"/>
          <a:ext cx="9611998" cy="14612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63606"/>
                <a:gridCol w="2521180"/>
                <a:gridCol w="2363606"/>
                <a:gridCol w="2363606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23.44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+2.65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63.87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+43.07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−1.89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0980000" y="10565487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CAD는 토큰마다 로짓을 두 번 계산해 처리 시간이 약 세 배(굵은 값은 가장 긴 시간)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80000" y="11046023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24000" y="11071223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조건별 평균 점수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980000" y="11658023"/>
          <a:ext cx="9611996" cy="356669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30487"/>
                <a:gridCol w="1289414"/>
                <a:gridCol w="1289414"/>
                <a:gridCol w="1289414"/>
                <a:gridCol w="1289414"/>
                <a:gridCol w="1523853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10980000" y="15332719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두 기법 이상 결합한 조건의 관련성은 모두 HyDE보다 낮음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1588525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6000" y="1591045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질문 유형별 평균 점수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92000" y="16497255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92000" y="20366815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2091935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6000" y="2094455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방법 질문 25개의 조건별 원점수 평행좌표</a:t>
            </a:r>
          </a:p>
        </p:txBody>
      </p:sp>
      <p:pic>
        <p:nvPicPr>
          <p:cNvPr id="36" name="Picture 35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1531351"/>
            <a:ext cx="19800000" cy="47447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92000" y="26312051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000" y="26792587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6000" y="26817787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결론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740458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한 지표가 중요하면 기법 하나(관련성, 개념과 결과 질문은 HyDE)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2000" y="2782988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000" y="28255190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고루 지키려면 세 기법, 방법 질문에서 네 품질 지표가 모두 상승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000" y="28680491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기법은 최고값 없이 한국어 비율 0.73, 처리 시간은 약 세 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80000" y="26792587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24000" y="26817787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09 실제 답변에서 확인한 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80000" y="2740458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80000" y="2782988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80000" y="28255190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80000" y="28680491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2000" y="29177792"/>
            <a:ext cx="9612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[2] Gao et al., HyDE, ACL 2023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[3] Shi et al., CAD, NAACL 2024  [4] Li et al., SCD, AAAI 2026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