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3826f4da6614b82" /><Relationship Type="http://schemas.openxmlformats.org/officeDocument/2006/relationships/extended-properties" Target="/docProps/app.xml" Id="Rb4e9828fb36745e0" /><Relationship Type="http://schemas.openxmlformats.org/officeDocument/2006/relationships/officeDocument" Target="/ppt/presentation.xml" Id="R8de77e2a4f1846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e790c17bbde4fee"/>
  </p:sldMasterIdLst>
  <p:notesMasterIdLst>
    <p:notesMasterId xmlns:r="http://schemas.openxmlformats.org/officeDocument/2006/relationships" r:id="Ra1264d69542145d4"/>
  </p:notesMasterIdLst>
  <p:sldIdLst>
    <p:sldId xmlns:r="http://schemas.openxmlformats.org/officeDocument/2006/relationships" id="256" r:id="R4fe1c5f87aeb4c1a"/>
  </p:sldIdLst>
  <p:sldSz cx="21383625" cy="30275213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a3c4b42b00b42d7" /><Relationship Type="http://schemas.openxmlformats.org/officeDocument/2006/relationships/slideMaster" Target="/ppt/slideMasters/slideMaster1.xml" Id="R3e790c17bbde4fee" /><Relationship Type="http://schemas.openxmlformats.org/officeDocument/2006/relationships/notesMaster" Target="/ppt/notesMasters/notesMaster1.xml" Id="Ra1264d69542145d4" /><Relationship Type="http://schemas.openxmlformats.org/officeDocument/2006/relationships/presProps" Target="/ppt/presProps.xml" Id="R9e830d30910c4e42" /><Relationship Type="http://schemas.openxmlformats.org/officeDocument/2006/relationships/tableStyles" Target="/ppt/tableStyles.xml" Id="Rcfb983b6b8d04106" /><Relationship Type="http://schemas.openxmlformats.org/officeDocument/2006/relationships/slide" Target="/ppt/slides/slide1.xml" Id="R4fe1c5f87aeb4c1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bdc7ce8c54447f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b2e551fae44839" /><Relationship Type="http://schemas.openxmlformats.org/officeDocument/2006/relationships/notesMaster" Target="/ppt/notesMasters/notesMaster1.xml" Id="Ra784c23e49d543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Canonical 60-query graduation thesis: https://github.com/LxNx-Hn/M_RAG/blob/726266cdf2baed0735f6b762dbf475cc0943580e/FINALDOCS/MANUSCRIPT/GRADUATION_REPORT_TRANSFER_KO_60Q.md</a:t>
            </a:r>
          </a:p>
          <a:p xmlns:a="http://schemas.openxmlformats.org/drawingml/2006/main">
            <a:r>
              <a:t>Tables 5-3, 5-4, 5-6 and 4-3; source CSV assets/primary_effects.csv. HyDE +0.0805 n60; CAD faithfulness +0.0288 n58; SCD +0.2182 n120 and +0.2289 n240. Scatter series encode confidence interval endpoints, separate estimate points, and a zero reference; y values are display positions only. Cases E03-E06. SCD H1 case is in the 240 total, outside the H0 120 primary subset. Full 22 references. Author metadata and purple layout from the user instructions dated 2026-10-15. Official school slide size: 21383625 × 30275213 EMU. Existing B1 files preserved.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1a13d006934a6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61564e156d4a7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214c83fff443e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1af594ea614b9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62d0bccb8446e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31185dbb8041a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6258B7C-1AF6-42B8-B5B9-BB057D0156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38363" y="11437303"/>
            <a:ext cx="17106900" cy="4373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3A9B4C7-B1B2-47A2-9C03-4A8F918A15F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207544" y="16651367"/>
            <a:ext cx="14968538" cy="33639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9B6B7B9-1842-4D24-AA44-BE0A55ED8F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38363" y="12614672"/>
            <a:ext cx="17106900" cy="50458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36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E19D477-FD3A-4694-B18B-4B693C5474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29" y="2354739"/>
            <a:ext cx="18977967" cy="3700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15B1380-962E-4365-9FFF-F54C7B94F3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29" y="8409781"/>
            <a:ext cx="18977967" cy="18837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43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1pPr>
            <a:lvl2pPr marL="935534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2pPr>
            <a:lvl3pPr marL="1470124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3pPr>
            <a:lvl4pPr marL="2004715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4pPr>
            <a:lvl5pPr marL="2539305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5pPr>
            <a:lvl6pPr marL="3073896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6pPr>
            <a:lvl7pPr marL="3608487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7pPr>
            <a:lvl8pPr marL="4143077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8pPr>
            <a:lvl9pPr marL="4677668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086C1EC-FA99-4A53-A5F6-9AD22A35AA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29" y="2354739"/>
            <a:ext cx="18977967" cy="3700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1CDFA81-A760-4829-8867-D3FA97028E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29" y="8409781"/>
            <a:ext cx="8820745" cy="18837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43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1pPr>
            <a:lvl2pPr marL="935534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2pPr>
            <a:lvl3pPr marL="1470124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3pPr>
            <a:lvl4pPr marL="2004715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4pPr>
            <a:lvl5pPr marL="2539305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5pPr>
            <a:lvl6pPr marL="3073896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6pPr>
            <a:lvl7pPr marL="3608487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7pPr>
            <a:lvl8pPr marL="4143077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8pPr>
            <a:lvl9pPr marL="4677668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45A3929-D9E0-4806-BEF0-8AF09B6C92B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360051" y="8409781"/>
            <a:ext cx="8820745" cy="18837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43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1pPr>
            <a:lvl2pPr marL="935534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2pPr>
            <a:lvl3pPr marL="1470124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3pPr>
            <a:lvl4pPr marL="2004715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4pPr>
            <a:lvl5pPr marL="2539305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5pPr>
            <a:lvl6pPr marL="3073896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6pPr>
            <a:lvl7pPr marL="3608487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7pPr>
            <a:lvl8pPr marL="4143077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8pPr>
            <a:lvl9pPr marL="4677668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7C0FE14-7E49-449C-8C82-F51A397ACB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29" y="2354739"/>
            <a:ext cx="18977967" cy="3700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0A189F1-E9EC-4816-9C3D-15F553E187D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29" y="8409781"/>
            <a:ext cx="8820745" cy="18837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43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1pPr>
            <a:lvl2pPr marL="935534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2pPr>
            <a:lvl3pPr marL="1470124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3pPr>
            <a:lvl4pPr marL="2004715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4pPr>
            <a:lvl5pPr marL="2539305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5pPr>
            <a:lvl6pPr marL="3073896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6pPr>
            <a:lvl7pPr marL="3608487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7pPr>
            <a:lvl8pPr marL="4143077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8pPr>
            <a:lvl9pPr marL="4677668" indent="-400943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e763de22c344f77" /><Relationship Type="http://schemas.openxmlformats.org/officeDocument/2006/relationships/slideLayout" Target="/ppt/slideLayouts/slideLayout1.xml" Id="Ra2c69ae5cada44b9" /><Relationship Type="http://schemas.openxmlformats.org/officeDocument/2006/relationships/slideLayout" Target="/ppt/slideLayouts/slideLayout2.xml" Id="R484e1dbe25714042" /><Relationship Type="http://schemas.openxmlformats.org/officeDocument/2006/relationships/slideLayout" Target="/ppt/slideLayouts/slideLayout3.xml" Id="R427500c44dbf496d" /><Relationship Type="http://schemas.openxmlformats.org/officeDocument/2006/relationships/slideLayout" Target="/ppt/slideLayouts/slideLayout4.xml" Id="R377660b1cb3a48b7" /><Relationship Type="http://schemas.openxmlformats.org/officeDocument/2006/relationships/slideLayout" Target="/ppt/slideLayouts/slideLayout5.xml" Id="R0e3b7eca6b3f444a" /><Relationship Type="http://schemas.openxmlformats.org/officeDocument/2006/relationships/slideLayout" Target="/ppt/slideLayouts/slideLayout6.xml" Id="R4aef40579d52443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2c69ae5cada44b9"/>
    <p:sldLayoutId xmlns:r="http://schemas.openxmlformats.org/officeDocument/2006/relationships" id="2147483650" r:id="R484e1dbe25714042"/>
    <p:sldLayoutId xmlns:r="http://schemas.openxmlformats.org/officeDocument/2006/relationships" id="2147483651" r:id="R427500c44dbf496d"/>
    <p:sldLayoutId xmlns:r="http://schemas.openxmlformats.org/officeDocument/2006/relationships" id="2147483652" r:id="R377660b1cb3a48b7"/>
    <p:sldLayoutId xmlns:r="http://schemas.openxmlformats.org/officeDocument/2006/relationships" id="2147483653" r:id="R0e3b7eca6b3f444a"/>
    <p:sldLayoutId xmlns:r="http://schemas.openxmlformats.org/officeDocument/2006/relationships" id="2147483654" r:id="R4aef40579d52443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0883b8eb944221" /><Relationship Type="http://schemas.openxmlformats.org/officeDocument/2006/relationships/chart" Target="/ppt/slides/charts/chart1.xml" Id="Rd5277c59aefd41b5" /><Relationship Type="http://schemas.openxmlformats.org/officeDocument/2006/relationships/chart" Target="/ppt/slides/charts/chart2.xml" Id="R0e3cef9460e74a4a" /><Relationship Type="http://schemas.openxmlformats.org/officeDocument/2006/relationships/notesSlide" Target="/ppt/notesSlides/notesSlide1.xml" Id="Rc9f51b8d69ef4dd8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263445"/>
                </a:solidFill>
                <a:latin typeface="Malgun Gothic"/>
                <a:ea typeface="Malgun Gothic"/>
                <a:cs typeface="Malgun Gothic"/>
              </a:rPr>
              <a:t>HyDE와 CAD 적용 전후 답변 품질 비교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solidFill>
                <a:srgbClr val="263445"/>
              </a:solidFill>
              <a:latin typeface="Malgun Gothic"/>
              <a:ea typeface="Malgun Gothic"/>
              <a:cs typeface="Malgun Gothic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0 기준선</c:v>
          </c:tx>
          <c:spPr>
            <a:ln xmlns:a="http://schemas.openxmlformats.org/drawingml/2006/main" w="9525">
              <a:solidFill>
                <a:srgbClr val="596579"/>
              </a:solidFill>
            </a:ln>
          </c:spPr>
          <c:marker>
            <c:symbol val="none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0</c:v>
                </c:pt>
                <c:pt idx="1">
                  <c:v>0</c:v>
                </c:pt>
              </c:numCache>
            </c:numRef>
          </c:xVal>
          <c:yVal>
            <c:numRef>
              <c:f>'Chart Data'!$B$2:$B$3</c:f>
              <c:numCache>
                <c:formatCode>General</c:formatCode>
                <c:ptCount val="2"/>
                <c:pt idx="0">
                  <c:v>0.35</c:v>
                </c:pt>
                <c:pt idx="1">
                  <c:v>2.65</c:v>
                </c:pt>
              </c:numCache>
            </c:numRef>
          </c:yVal>
        </c:ser>
        <c:ser>
          <c:idx val="1"/>
          <c:order val="1"/>
          <c:tx>
            <c:v>HyDE 관련성 95% CI</c:v>
          </c:tx>
          <c:spPr>
            <a:ln xmlns:a="http://schemas.openxmlformats.org/drawingml/2006/main" w="19050">
              <a:solidFill>
                <a:srgbClr val="347DDB"/>
              </a:solidFill>
            </a:ln>
          </c:spPr>
          <c:marker>
            <c:symbol val="none"/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0.011</c:v>
                </c:pt>
                <c:pt idx="1">
                  <c:v>0.1514</c:v>
                </c:pt>
              </c:numCache>
            </c:numRef>
          </c:xVal>
          <c:yVal>
            <c:numRef>
              <c:f>'Chart Data'!$D$2:$D$3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yVal>
        </c:ser>
        <c:ser>
          <c:idx val="2"/>
          <c:order val="2"/>
          <c:tx>
            <c:v>HyDE 관련성</c:v>
          </c:tx>
          <c:spPr>
            <a:ln xmlns:a="http://schemas.openxmlformats.org/drawingml/2006/main" w="0">
              <a:noFill/>
            </a:ln>
          </c:spPr>
          <c:marker>
            <c:symbol val="circle"/>
            <c:size val="8"/>
            <c:spPr>
              <a:solidFill xmlns:a="http://schemas.openxmlformats.org/drawingml/2006/main">
                <a:srgbClr val="347DDB"/>
              </a:solidFill>
            </c:spPr>
          </c:marke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800">
                        <a:solidFill>
                          <a:srgbClr val="347DDB"/>
                        </a:solidFill>
                        <a:latin typeface="Malgun Gothic"/>
                        <a:ea typeface="Malgun Gothic"/>
                        <a:cs typeface="Malgun Gothic"/>
                      </a:rPr>
                      <a:t>HyDE 관련성, n=60, +0.0805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800">
                      <a:solidFill>
                        <a:srgbClr val="347DDB"/>
                      </a:solidFill>
                      <a:latin typeface="Malgun Gothic"/>
                      <a:ea typeface="Malgun Gothic"/>
                      <a:cs typeface="Malgun Gothic"/>
                    </a:defRPr>
                  </a:pPr>
                </a:p>
              </c:txPr>
              <c:dLblPos val="t"/>
            </c:dLbl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800">
                    <a:solidFill>
                      <a:srgbClr val="347DDB"/>
                    </a:solidFill>
                    <a:latin typeface="Malgun Gothic"/>
                    <a:ea typeface="Malgun Gothic"/>
                    <a:cs typeface="Malgun Gothic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xVal>
            <c:numRef>
              <c:f>'Chart Data'!$E$2:$E$2</c:f>
              <c:numCache>
                <c:formatCode>General</c:formatCode>
                <c:ptCount val="1"/>
                <c:pt idx="0">
                  <c:v>0.0805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2</c:v>
                </c:pt>
              </c:numCache>
            </c:numRef>
          </c:yVal>
        </c:ser>
        <c:ser>
          <c:idx val="3"/>
          <c:order val="3"/>
          <c:tx>
            <c:v>CAD 충실도 95% CI</c:v>
          </c:tx>
          <c:spPr>
            <a:ln xmlns:a="http://schemas.openxmlformats.org/drawingml/2006/main" w="19050">
              <a:solidFill>
                <a:srgbClr val="188D78"/>
              </a:solidFill>
            </a:ln>
          </c:spPr>
          <c:marker>
            <c:symbol val="none"/>
          </c:marker>
          <c:xVal>
            <c:numRef>
              <c:f>'Chart Data'!$G$2:$G$3</c:f>
              <c:numCache>
                <c:formatCode>General</c:formatCode>
                <c:ptCount val="2"/>
                <c:pt idx="0">
                  <c:v>-0.0367</c:v>
                </c:pt>
                <c:pt idx="1">
                  <c:v>0.0934</c:v>
                </c:pt>
              </c:numCache>
            </c:numRef>
          </c:xVal>
          <c:yVal>
            <c:numRef>
              <c:f>'Chart Data'!$H$2:$H$3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ser>
          <c:idx val="4"/>
          <c:order val="4"/>
          <c:tx>
            <c:v>CAD 충실도</c:v>
          </c:tx>
          <c:spPr>
            <a:ln xmlns:a="http://schemas.openxmlformats.org/drawingml/2006/main" w="0">
              <a:noFill/>
            </a:ln>
          </c:spPr>
          <c:marker>
            <c:symbol val="circle"/>
            <c:size val="8"/>
            <c:spPr>
              <a:solidFill xmlns:a="http://schemas.openxmlformats.org/drawingml/2006/main">
                <a:srgbClr val="188D78"/>
              </a:solidFill>
            </c:spPr>
          </c:marke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800">
                        <a:solidFill>
                          <a:srgbClr val="188D78"/>
                        </a:solidFill>
                        <a:latin typeface="Malgun Gothic"/>
                        <a:ea typeface="Malgun Gothic"/>
                        <a:cs typeface="Malgun Gothic"/>
                      </a:rPr>
                      <a:t>CAD 충실도, n=58, +0.0288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800">
                      <a:solidFill>
                        <a:srgbClr val="188D78"/>
                      </a:solidFill>
                      <a:latin typeface="Malgun Gothic"/>
                      <a:ea typeface="Malgun Gothic"/>
                      <a:cs typeface="Malgun Gothic"/>
                    </a:defRPr>
                  </a:pPr>
                </a:p>
              </c:txPr>
              <c:dLblPos val="t"/>
            </c:dLbl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800">
                    <a:solidFill>
                      <a:srgbClr val="188D78"/>
                    </a:solidFill>
                    <a:latin typeface="Malgun Gothic"/>
                    <a:ea typeface="Malgun Gothic"/>
                    <a:cs typeface="Malgun Gothic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xVal>
            <c:numRef>
              <c:f>'Chart Data'!$I$2:$I$2</c:f>
              <c:numCache>
                <c:formatCode>General</c:formatCode>
                <c:ptCount val="1"/>
                <c:pt idx="0">
                  <c:v>0.0288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263445"/>
                  </a:solidFill>
                  <a:latin typeface="Malgun Gothic"/>
                  <a:ea typeface="Malgun Gothic"/>
                  <a:cs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.75"/>
          <c:min val="0.25"/>
        </c:scaling>
        <c:delete val="1"/>
        <c:axPos val="l"/>
        <c:numFmt formatCode="General"/>
        <c:majorTickMark val="none"/>
        <c:minorTickMark val="none"/>
        <c:tickLblPos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96579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2"/>
          <c:min val="-0.1"/>
        </c:scaling>
        <c:delete val="0"/>
        <c:axPos val="b"/>
        <c:numFmt formatCode="0.0"/>
        <c:majorTickMark val="none"/>
        <c:minorTickMark val="none"/>
        <c:spPr>
          <a:ln xmlns:a="http://schemas.openxmlformats.org/drawingml/2006/main" w="9525">
            <a:solidFill>
              <a:srgbClr val="D8D0E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96579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72768"/>
        <c:majorUnit val="0.1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263445"/>
                </a:solidFill>
                <a:latin typeface="Malgun Gothic"/>
                <a:ea typeface="Malgun Gothic"/>
                <a:cs typeface="Malgun Gothic"/>
              </a:rPr>
              <a:t>SCD 적용 전후 한국어 문자 비율 비교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solidFill>
                <a:srgbClr val="263445"/>
              </a:solidFill>
              <a:latin typeface="Malgun Gothic"/>
              <a:ea typeface="Malgun Gothic"/>
              <a:cs typeface="Malgun Gothic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0 기준선</c:v>
          </c:tx>
          <c:spPr>
            <a:ln xmlns:a="http://schemas.openxmlformats.org/drawingml/2006/main" w="9525">
              <a:solidFill>
                <a:srgbClr val="596579"/>
              </a:solidFill>
            </a:ln>
          </c:spPr>
          <c:marker>
            <c:symbol val="none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0</c:v>
                </c:pt>
                <c:pt idx="1">
                  <c:v>0</c:v>
                </c:pt>
              </c:numCache>
            </c:numRef>
          </c:xVal>
          <c:yVal>
            <c:numRef>
              <c:f>'Chart Data'!$B$2:$B$3</c:f>
              <c:numCache>
                <c:formatCode>General</c:formatCode>
                <c:ptCount val="2"/>
                <c:pt idx="0">
                  <c:v>0.35</c:v>
                </c:pt>
                <c:pt idx="1">
                  <c:v>2.65</c:v>
                </c:pt>
              </c:numCache>
            </c:numRef>
          </c:yVal>
        </c:ser>
        <c:ser>
          <c:idx val="1"/>
          <c:order val="1"/>
          <c:tx>
            <c:v>SCD(HyDE OFF) 95% CI</c:v>
          </c:tx>
          <c:spPr>
            <a:ln xmlns:a="http://schemas.openxmlformats.org/drawingml/2006/main" w="19050">
              <a:solidFill>
                <a:srgbClr val="D27837"/>
              </a:solidFill>
            </a:ln>
          </c:spPr>
          <c:marker>
            <c:symbol val="none"/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0.188</c:v>
                </c:pt>
                <c:pt idx="1">
                  <c:v>0.2487</c:v>
                </c:pt>
              </c:numCache>
            </c:numRef>
          </c:xVal>
          <c:yVal>
            <c:numRef>
              <c:f>'Chart Data'!$D$2:$D$3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yVal>
        </c:ser>
        <c:ser>
          <c:idx val="2"/>
          <c:order val="2"/>
          <c:tx>
            <c:v>SCD(HyDE OFF)</c:v>
          </c:tx>
          <c:spPr>
            <a:ln xmlns:a="http://schemas.openxmlformats.org/drawingml/2006/main" w="0">
              <a:noFill/>
            </a:ln>
          </c:spPr>
          <c:marker>
            <c:symbol val="circle"/>
            <c:size val="8"/>
            <c:spPr>
              <a:solidFill xmlns:a="http://schemas.openxmlformats.org/drawingml/2006/main">
                <a:srgbClr val="D27837"/>
              </a:solidFill>
            </c:spPr>
          </c:marke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800">
                        <a:solidFill>
                          <a:srgbClr val="D27837"/>
                        </a:solidFill>
                        <a:latin typeface="Malgun Gothic"/>
                        <a:ea typeface="Malgun Gothic"/>
                        <a:cs typeface="Malgun Gothic"/>
                      </a:rPr>
                      <a:t>SCD(HyDE OFF), n=120, +0.2182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800">
                      <a:solidFill>
                        <a:srgbClr val="D27837"/>
                      </a:solidFill>
                      <a:latin typeface="Malgun Gothic"/>
                      <a:ea typeface="Malgun Gothic"/>
                      <a:cs typeface="Malgun Gothic"/>
                    </a:defRPr>
                  </a:pPr>
                </a:p>
              </c:txPr>
              <c:dLblPos val="t"/>
            </c:dLbl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800">
                    <a:solidFill>
                      <a:srgbClr val="D27837"/>
                    </a:solidFill>
                    <a:latin typeface="Malgun Gothic"/>
                    <a:ea typeface="Malgun Gothic"/>
                    <a:cs typeface="Malgun Gothic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xVal>
            <c:numRef>
              <c:f>'Chart Data'!$E$2:$E$2</c:f>
              <c:numCache>
                <c:formatCode>General</c:formatCode>
                <c:ptCount val="1"/>
                <c:pt idx="0">
                  <c:v>0.2182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2</c:v>
                </c:pt>
              </c:numCache>
            </c:numRef>
          </c:yVal>
        </c:ser>
        <c:ser>
          <c:idx val="3"/>
          <c:order val="3"/>
          <c:tx>
            <c:v>SCD(H/C 상태 일치) 95% CI</c:v>
          </c:tx>
          <c:spPr>
            <a:ln xmlns:a="http://schemas.openxmlformats.org/drawingml/2006/main" w="19050">
              <a:solidFill>
                <a:srgbClr val="D27837"/>
              </a:solidFill>
            </a:ln>
          </c:spPr>
          <c:marker>
            <c:symbol val="none"/>
          </c:marker>
          <c:xVal>
            <c:numRef>
              <c:f>'Chart Data'!$G$2:$G$3</c:f>
              <c:numCache>
                <c:formatCode>General</c:formatCode>
                <c:ptCount val="2"/>
                <c:pt idx="0">
                  <c:v>0.2051</c:v>
                </c:pt>
                <c:pt idx="1">
                  <c:v>0.2532</c:v>
                </c:pt>
              </c:numCache>
            </c:numRef>
          </c:xVal>
          <c:yVal>
            <c:numRef>
              <c:f>'Chart Data'!$H$2:$H$3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</c:ser>
        <c:ser>
          <c:idx val="4"/>
          <c:order val="4"/>
          <c:tx>
            <c:v>SCD(H/C 상태 일치)</c:v>
          </c:tx>
          <c:spPr>
            <a:ln xmlns:a="http://schemas.openxmlformats.org/drawingml/2006/main" w="0">
              <a:noFill/>
            </a:ln>
          </c:spPr>
          <c:marker>
            <c:symbol val="circle"/>
            <c:size val="8"/>
            <c:spPr>
              <a:solidFill xmlns:a="http://schemas.openxmlformats.org/drawingml/2006/main">
                <a:srgbClr val="D27837"/>
              </a:solidFill>
            </c:spPr>
          </c:marke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800">
                        <a:solidFill>
                          <a:srgbClr val="D27837"/>
                        </a:solidFill>
                        <a:latin typeface="Malgun Gothic"/>
                        <a:ea typeface="Malgun Gothic"/>
                        <a:cs typeface="Malgun Gothic"/>
                      </a:rPr>
                      <a:t>SCD(H/C 상태 일치), n=240, +0.2289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800">
                      <a:solidFill>
                        <a:srgbClr val="D27837"/>
                      </a:solidFill>
                      <a:latin typeface="Malgun Gothic"/>
                      <a:ea typeface="Malgun Gothic"/>
                      <a:cs typeface="Malgun Gothic"/>
                    </a:defRPr>
                  </a:pPr>
                </a:p>
              </c:txPr>
              <c:dLblPos val="t"/>
            </c:dLbl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800">
                    <a:solidFill>
                      <a:srgbClr val="D27837"/>
                    </a:solidFill>
                    <a:latin typeface="Malgun Gothic"/>
                    <a:ea typeface="Malgun Gothic"/>
                    <a:cs typeface="Malgun Gothic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xVal>
            <c:numRef>
              <c:f>'Chart Data'!$I$2:$I$2</c:f>
              <c:numCache>
                <c:formatCode>General</c:formatCode>
                <c:ptCount val="1"/>
                <c:pt idx="0">
                  <c:v>0.2289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263445"/>
                  </a:solidFill>
                  <a:latin typeface="Malgun Gothic"/>
                  <a:ea typeface="Malgun Gothic"/>
                  <a:cs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.75"/>
          <c:min val="0.25"/>
        </c:scaling>
        <c:delete val="1"/>
        <c:axPos val="l"/>
        <c:numFmt formatCode="General"/>
        <c:majorTickMark val="none"/>
        <c:minorTickMark val="none"/>
        <c:tickLblPos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96579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3"/>
          <c:min val="0"/>
        </c:scaling>
        <c:delete val="0"/>
        <c:axPos val="b"/>
        <c:numFmt formatCode="0.0"/>
        <c:majorTickMark val="none"/>
        <c:minorTickMark val="none"/>
        <c:spPr>
          <a:ln xmlns:a="http://schemas.openxmlformats.org/drawingml/2006/main" w="9525">
            <a:solidFill>
              <a:srgbClr val="D8D0E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96579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72768"/>
        <c:majorUnit val="0.1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drawingml/2006/chart" xmlns:ns4="http://schemas.openxmlformats.org/officeDocument/2006/relationships" xmlns:ns5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267" name="title_000">
            <ns1:extLst>
              <ns1:ext uri="{FF2B5EF4-FFF2-40B4-BE49-F238E27FC236}">
                <ns2:creationId id="{31129AFD-5CA8-4D7B-9FB4-EF0FF852C07E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21383625" cy="30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2" name="title_001">
            <ns1:extLst>
              <ns1:ext uri="{FF2B5EF4-FFF2-40B4-BE49-F238E27FC236}">
                <ns2:creationId id="{9DE94CC0-B1F6-452F-A1C4-D66B7EA39205}"/>
              </ns1:ext>
            </ns1:extLst>
          </ns0:cNvPr>
          <ns0:cNvSpPr>
            <ns1:spLocks noGrp="1"/>
          </ns0:cNvSpPr>
          <ns0:nvPr/>
        </ns0:nvSpPr>
        <ns0:spPr>
          <ns1:xfrm>
            <ns1:off x="8586688" y="293756"/>
            <ns1:ext cx="4246248" cy="24892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400" b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400" b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한국어 질의 기반 영어 학술·기술 문서 질의응답 연구</ns1:t>
            </ns1:r>
          </ns1:p>
        </ns0:txBody>
      </ns0:sp>
      <ns0:sp>
        <ns0:nvSpPr>
          <ns0:cNvPr id="3" name="title_002">
            <ns1:extLst>
              <ns1:ext uri="{FF2B5EF4-FFF2-40B4-BE49-F238E27FC236}">
                <ns2:creationId id="{81CEE4B5-3E1C-485E-AF07-3D302DB5E6DA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842660"/>
            <ns1:ext cx="19944000" cy="788856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44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52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한국어 질의–영어 학술·기술 문서 RAG에서의</ns1:t>
            </ns1:r>
          </ns1:p>
        </ns0:txBody>
      </ns0:sp>
      <ns0:sp>
        <ns0:nvSpPr>
          <ns0:cNvPr id="4" name="title_003">
            <ns1:extLst>
              <ns1:ext uri="{FF2B5EF4-FFF2-40B4-BE49-F238E27FC236}">
                <ns2:creationId id="{36702FA6-82BE-41D3-BC6E-368FF9914B02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1598660"/>
            <ns1:ext cx="19944000" cy="788856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44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52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HyDE·CAD·SCD 조합 실험</ns1:t>
            </ns1:r>
          </ns1:p>
        </ns0:txBody>
      </ns0:sp>
      <ns0:sp>
        <ns0:nvSpPr>
          <ns0:cNvPr id="5" name="title_004">
            <ns1:extLst>
              <ns1:ext uri="{FF2B5EF4-FFF2-40B4-BE49-F238E27FC236}">
                <ns2:creationId id="{B035BDCD-1320-470E-BA08-5F31768B9A50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613690"/>
            <ns1:ext cx="1994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00" b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800" b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문종건 · 동국대학교 WISE 캠퍼스 컴퓨터공학과 · 지도교수 김진석 · 2026.10.15</ns1:t>
            </ns1:r>
          </ns1:p>
        </ns0:txBody>
      </ns0:sp>
      <ns0:sp>
        <ns0:nvSpPr>
          <ns0:cNvPr id="6" name="01_005">
            <ns1:extLst>
              <ns1:ext uri="{FF2B5EF4-FFF2-40B4-BE49-F238E27FC236}">
                <ns2:creationId id="{899BFEBC-4675-4CE1-A1A5-E15E63301918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3672000"/>
            <ns1:ext cx="19944000" cy="3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7" name="01_006">
            <ns1:extLst>
              <ns1:ext uri="{FF2B5EF4-FFF2-40B4-BE49-F238E27FC236}">
                <ns2:creationId id="{11476033-5CFF-49B9-9DC6-69246F265149}"/>
              </ns1:ext>
            </ns1:extLst>
          </ns0:cNvPr>
          <ns0:cNvSpPr>
            <ns1:spLocks noGrp="1"/>
          </ns0:cNvSpPr>
          <ns0:nvPr/>
        </ns0:nvSpPr>
        <ns0:spPr>
          <ns1:xfrm>
            <ns1:off x="828000" y="3679320"/>
            <ns1:ext cx="19944000" cy="383472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24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01 연구 배경과 선행연구</ns1:t>
            </ns1:r>
          </ns1:p>
        </ns0:txBody>
      </ns0:sp>
      <ns0:sp>
        <ns0:nvSpPr>
          <ns0:cNvPr id="8" name="01_007">
            <ns1:extLst>
              <ns1:ext uri="{FF2B5EF4-FFF2-40B4-BE49-F238E27FC236}">
                <ns2:creationId id="{C866825E-CA1C-4D93-9720-4D5B42F6A624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4150895"/>
            <ns1:ext cx="19944000" cy="311082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6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9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한국어 질의로 영어 문서를 검색하는 RAG</ns1:t>
            </ns1:r>
          </ns1:p>
        </ns0:txBody>
      </ns0:sp>
      <ns0:sp>
        <ns0:nvSpPr>
          <ns0:cNvPr id="9" name="01_008">
            <ns1:extLst>
              <ns1:ext uri="{FF2B5EF4-FFF2-40B4-BE49-F238E27FC236}">
                <ns2:creationId id="{57130BE6-06F1-4A53-8E9B-69C3FB2A559F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4449690"/>
            <ns1:ext cx="1994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6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한국어 질의로 영어 문서를 검색했을 때의 검색 결과 분석</ns1:t>
            </ns1:r>
          </ns1:p>
        </ns0:txBody>
      </ns0:sp>
      <ns0:sp>
        <ns0:nvSpPr>
          <ns0:cNvPr id="10" name="01_009">
            <ns1:extLst>
              <ns1:ext uri="{FF2B5EF4-FFF2-40B4-BE49-F238E27FC236}">
                <ns2:creationId id="{DC65ECC6-40F3-4A9B-97B0-A6A6D2445904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4737690"/>
            <ns1:ext cx="1994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6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답변 품질과 한국어 문자 비율을 각각 측정</ns1:t>
            </ns1:r>
          </ns1:p>
        </ns0:txBody>
      </ns0:sp>
      <ns0:sp>
        <ns0:nvSpPr>
          <ns0:cNvPr id="11" name="01_010">
            <ns1:extLst>
              <ns1:ext uri="{FF2B5EF4-FFF2-40B4-BE49-F238E27FC236}">
                <ns2:creationId id="{F3864B6D-A5B0-40B3-89F7-36E8BE312E04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5025690"/>
            <ns1:ext cx="1994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6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HyDE의 검색, CAD의 생성, SCD의 출력 언어 비교</ns1:t>
            </ns1:r>
          </ns1:p>
        </ns0:txBody>
      </ns0:sp>
      <ns0:graphicFrame>
        <ns0:nvGraphicFramePr>
          <ns0:cNvPr id="12" name="">
            <ns1:extLst>
              <ns1:ext uri="{FF2B5EF4-FFF2-40B4-BE49-F238E27FC236}">
                <ns2:creationId id="{10232F8F-8506-49B2-A064-6AB2E7AA4C04}"/>
              </ns1:ext>
            </ns1:extLst>
          </ns0:cNvPr>
          <ns0:cNvGraphicFramePr/>
          <ns0:nvPr/>
        </ns0:nvGraphicFramePr>
        <ns0:xfrm>
          <ns1:off x="720000" y="5400000"/>
          <ns1:ext cx="9684000" cy="1872000"/>
        </ns0:xfrm>
        <ns1:graphic>
          <ns1:graphicData uri="http://schemas.openxmlformats.org/drawingml/2006/table">
            <ns1:tbl>
              <ns1:tblPr firstRow="0" bandRow="0"/>
              <ns1:tblGrid>
                <ns1:gridCol w="1224000"/>
                <ns1:gridCol w="8460000"/>
              </ns1:tblGrid>
              <ns1:tr h="360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RQ1 검색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HyDE 적용 전후 검색 결과와 답변 품질은 어떻게 달라지는가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504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RQ2 생성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같은 문맥에서 CAD 적용 전후 답변 품질과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실행 시간은 어떻게 달라지는가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  <ns1:tr h="360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RQ3 언어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SCD 적용 전후 한국어 문자 비율은 어떻게 달라지는가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648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RQ4 조합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평가 목적에 따라 답변 품질, 한국어 문자 비율과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실행 시간을 어떻게 비교할 것인가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</ns1:tbl>
          </ns1:graphicData>
        </ns1:graphic>
      </ns0:graphicFrame>
      <ns0:graphicFrame>
        <ns0:nvGraphicFramePr>
          <ns0:cNvPr id="13" name="">
            <ns1:extLst>
              <ns1:ext uri="{FF2B5EF4-FFF2-40B4-BE49-F238E27FC236}">
                <ns2:creationId id="{1AEDD65D-F05A-48E6-95E0-1DEC8140AAEC}"/>
              </ns1:ext>
            </ns1:extLst>
          </ns0:cNvPr>
          <ns0:cNvGraphicFramePr/>
          <ns0:nvPr/>
        </ns0:nvGraphicFramePr>
        <ns0:xfrm>
          <ns1:off x="10980000" y="4284000"/>
          <ns1:ext cx="9684000" cy="2772000"/>
        </ns0:xfrm>
        <ns1:graphic>
          <ns1:graphicData uri="http://schemas.openxmlformats.org/drawingml/2006/table">
            <ns1:tbl>
              <ns1:tblPr firstRow="0" bandRow="0"/>
              <ns1:tblGrid>
                <ns1:gridCol w="1836000"/>
                <ns1:gridCol w="7848000"/>
              </ns1:tblGrid>
              <ns1:tr h="612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RAG [1]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검색 문맥을 생성 모델에 입력하여 답변 생성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검색 및 생성 모델은 모든 조건에서 고정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720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HyDE [2]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영어 번역 질의로 가상 문서 생성 후 밀집 검색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BM25와 재정렬은 원래 한국어 질의 사용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  <ns1:tr h="720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CAD [3]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문맥 포함·제외 입력의 로짓을 가중 결합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(1+α)z_ctx - αz_noctx, α=0.5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720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SCD [4]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한국어 로짓×1.1, 다른 언어×0.9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중립 토큰과 첫 5토큰 유지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14" name="01_013">
            <ns1:extLst>
              <ns1:ext uri="{FF2B5EF4-FFF2-40B4-BE49-F238E27FC236}">
                <ns2:creationId id="{1BD02913-6395-4442-AA1F-4C86B223830C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6609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15" name="02_014">
            <ns1:extLst>
              <ns1:ext uri="{FF2B5EF4-FFF2-40B4-BE49-F238E27FC236}">
                <ns2:creationId id="{7DD24FDC-B5BA-4998-AF3A-094011CA555E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7236000"/>
            <ns1:ext cx="19944000" cy="3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16" name="02_015">
            <ns1:extLst>
              <ns1:ext uri="{FF2B5EF4-FFF2-40B4-BE49-F238E27FC236}">
                <ns2:creationId id="{4AB0B3AF-1C86-463E-AE45-5E9A2AABFC4F}"/>
              </ns1:ext>
            </ns1:extLst>
          </ns0:cNvPr>
          <ns0:cNvSpPr>
            <ns1:spLocks noGrp="1"/>
          </ns0:cNvSpPr>
          <ns0:nvPr/>
        </ns0:nvSpPr>
        <ns0:spPr>
          <ns1:xfrm>
            <ns1:off x="828000" y="7243320"/>
            <ns1:ext cx="19944000" cy="383472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24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02 Paper-RAG 시스템 구조와 세 기법의 적용 위치</ns1:t>
            </ns1:r>
          </ns1:p>
        </ns0:txBody>
      </ns0:sp>
      <ns0:sp>
        <ns0:nvSpPr>
          <ns0:cNvPr id="17" name="02_016">
            <ns1:extLst>
              <ns1:ext uri="{FF2B5EF4-FFF2-40B4-BE49-F238E27FC236}">
                <ns2:creationId id="{93716A1B-6014-48FA-99EE-AE950F8DB104}"/>
              </ns1:ext>
            </ns1:extLst>
          </ns0:cNvPr>
          <ns0:cNvSpPr>
            <ns1:spLocks noGrp="1"/>
          </ns0:cNvSpPr>
          <ns0:nvPr/>
        </ns0:nvSpPr>
        <ns0:spPr>
          <ns1:xfrm>
            <ns1:off x="864000" y="7747280"/>
            <ns1:ext cx="19944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검색: 한국어 질문을 바탕으로 영어 문서에서 근거 검색</ns1:t>
            </ns1:r>
          </ns1:p>
        </ns0:txBody>
      </ns0:sp>
      <ns0:sp>
        <ns0:nvSpPr>
          <ns0:cNvPr id="18" name="02_017">
            <ns1:extLst>
              <ns1:ext uri="{FF2B5EF4-FFF2-40B4-BE49-F238E27FC236}">
                <ns2:creationId id="{78A89043-89E0-4137-98C4-260BFA7D8EA2}"/>
              </ns1:ext>
            </ns1:extLst>
          </ns0:cNvPr>
          <ns0:cNvSpPr>
            <ns1:spLocks noGrp="1"/>
          </ns0:cNvSpPr>
          <ns0:nvPr/>
        </ns0:nvSpPr>
        <ns0:spPr>
          <ns1:xfrm>
            <ns1:off x="864000" y="8712000"/>
            <ns1:ext cx="1980000" cy="720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19" name="02_018">
            <ns1:extLst>
              <ns1:ext uri="{FF2B5EF4-FFF2-40B4-BE49-F238E27FC236}">
                <ns2:creationId id="{AFCE67FD-2BB1-442B-BC11-71DE8628D451}"/>
              </ns1:ext>
            </ns1:extLst>
          </ns0:cNvPr>
          <ns0:cNvSpPr>
            <ns1:spLocks noGrp="1"/>
          </ns0:cNvSpPr>
          <ns0:nvPr/>
        </ns0:nvSpPr>
        <ns0:spPr>
          <ns1:xfrm>
            <ns1:off x="1188110" y="8959732"/>
            <ns1:ext cx="1331781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한국어 원질의</ns1:t>
            </ns1:r>
          </ns1:p>
        </ns0:txBody>
      </ns0:sp>
      <ns0:sp>
        <ns0:nvSpPr>
          <ns0:cNvPr id="20" name="02_019">
            <ns1:extLst>
              <ns1:ext uri="{FF2B5EF4-FFF2-40B4-BE49-F238E27FC236}">
                <ns2:creationId id="{CEF9E0AA-6441-42B1-A618-9F867505E307}"/>
              </ns1:ext>
            </ns1:extLst>
          </ns0:cNvPr>
          <ns0:cNvSpPr>
            <ns1:spLocks noGrp="1"/>
          </ns0:cNvSpPr>
          <ns0:nvPr/>
        </ns0:nvSpPr>
        <ns0:spPr>
          <ns1:xfrm>
            <ns1:off x="3780000" y="8064000"/>
            <ns1:ext cx="2808000" cy="1008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347DDB"/>
            </ns1:solidFill>
          </ns1:ln>
        </ns0:spPr>
      </ns0:sp>
      <ns0:sp>
        <ns0:nvSpPr>
          <ns0:cNvPr id="21" name="02_020">
            <ns1:extLst>
              <ns1:ext uri="{FF2B5EF4-FFF2-40B4-BE49-F238E27FC236}">
                <ns2:creationId id="{47D0BE46-1A94-496E-8714-5B7258FCFD90}"/>
              </ns1:ext>
            </ns1:extLst>
          </ns0:cNvPr>
          <ns0:cNvSpPr>
            <ns1:spLocks noGrp="1"/>
          </ns0:cNvSpPr>
          <ns0:nvPr/>
        </ns0:nvSpPr>
        <ns0:spPr>
          <ns1:xfrm>
            <ns1:off x="4493337" y="8134676"/>
            <ns1:ext cx="1381326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HyDE 선택 [2]</ns1:t>
            </ns1:r>
          </ns1:p>
        </ns0:txBody>
      </ns0:sp>
      <ns0:sp>
        <ns0:nvSpPr>
          <ns0:cNvPr id="22" name="02_021">
            <ns1:extLst>
              <ns1:ext uri="{FF2B5EF4-FFF2-40B4-BE49-F238E27FC236}">
                <ns2:creationId id="{866EB27D-C00F-4884-B4B5-9A7F19A621CB}"/>
              </ns1:ext>
            </ns1:extLst>
          </ns0:cNvPr>
          <ns0:cNvSpPr>
            <ns1:spLocks noGrp="1"/>
          </ns0:cNvSpPr>
          <ns0:nvPr/>
        </ns0:nvSpPr>
        <ns0:spPr>
          <ns1:xfrm>
            <ns1:off x="4064167" y="8347274"/>
            <ns1:ext cx="2239667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ON: 질의를 영어로 번역</ns1:t>
            </ns1:r>
          </ns1:p>
        </ns0:txBody>
      </ns0:sp>
      <ns0:sp>
        <ns0:nvSpPr>
          <ns0:cNvPr id="23" name="02_022">
            <ns1:extLst>
              <ns1:ext uri="{FF2B5EF4-FFF2-40B4-BE49-F238E27FC236}">
                <ns2:creationId id="{1E06F1F2-A8A2-4197-A37C-D6E9D7553804}"/>
              </ns1:ext>
            </ns1:extLst>
          </ns0:cNvPr>
          <ns0:cNvSpPr>
            <ns1:spLocks noGrp="1"/>
          </ns0:cNvSpPr>
          <ns0:nvPr/>
        </ns0:nvSpPr>
        <ns0:spPr>
          <ns1:xfrm>
            <ns1:off x="4481629" y="8559872"/>
            <ns1:ext cx="1404742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가상 문서 생성</ns1:t>
            </ns1:r>
          </ns1:p>
        </ns0:txBody>
      </ns0:sp>
      <ns0:sp>
        <ns0:nvSpPr>
          <ns0:cNvPr id="24" name="02_023">
            <ns1:extLst>
              <ns1:ext uri="{FF2B5EF4-FFF2-40B4-BE49-F238E27FC236}">
                <ns2:creationId id="{1151BB19-1263-4E36-A7C9-D0B4CD8B93B6}"/>
              </ns1:ext>
            </ns1:extLst>
          </ns0:cNvPr>
          <ns0:cNvSpPr>
            <ns1:spLocks noGrp="1"/>
          </ns0:cNvSpPr>
          <ns0:nvPr/>
        </ns0:nvSpPr>
        <ns0:spPr>
          <ns1:xfrm>
            <ns1:off x="4142202" y="8772470"/>
            <ns1:ext cx="2083596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OFF: 원래 한국어 질문</ns1:t>
            </ns1:r>
          </ns1:p>
        </ns0:txBody>
      </ns0:sp>
      <ns0:sp>
        <ns0:nvSpPr>
          <ns0:cNvPr id="25" name="02_024">
            <ns1:extLst>
              <ns1:ext uri="{FF2B5EF4-FFF2-40B4-BE49-F238E27FC236}">
                <ns2:creationId id="{C95CDA09-C74D-4657-B2DF-8F09030E1B33}"/>
              </ns1:ext>
            </ns1:extLst>
          </ns0:cNvPr>
          <ns0:cNvSpPr>
            <ns1:spLocks noGrp="1"/>
          </ns0:cNvSpPr>
          <ns0:nvPr/>
        </ns0:nvSpPr>
        <ns0:spPr>
          <ns1:xfrm>
            <ns1:off x="7020000" y="8064000"/>
            <ns1:ext cx="2484000" cy="1008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347DDB"/>
            </ns1:solidFill>
          </ns1:ln>
        </ns0:spPr>
      </ns0:sp>
      <ns0:sp>
        <ns0:nvSpPr>
          <ns0:cNvPr id="26" name="02_025">
            <ns1:extLst>
              <ns1:ext uri="{FF2B5EF4-FFF2-40B4-BE49-F238E27FC236}">
                <ns2:creationId id="{6CF2B6A5-8335-43FD-92B2-C3A32F890023}"/>
              </ns1:ext>
            </ns1:extLst>
          </ns0:cNvPr>
          <ns0:cNvSpPr>
            <ns1:spLocks noGrp="1"/>
          </ns0:cNvSpPr>
          <ns0:nvPr/>
        </ns0:nvSpPr>
        <ns0:spPr>
          <ns1:xfrm>
            <ns1:off x="7682381" y="8345496"/>
            <ns1:ext cx="1159239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BGE-M3 [5]</ns1:t>
            </ns1:r>
          </ns1:p>
        </ns0:txBody>
      </ns0:sp>
      <ns0:sp>
        <ns0:nvSpPr>
          <ns0:cNvPr id="27" name="02_026">
            <ns1:extLst>
              <ns1:ext uri="{FF2B5EF4-FFF2-40B4-BE49-F238E27FC236}">
                <ns2:creationId id="{88A83A56-8741-4929-91C2-A946ED4153C8}"/>
              </ns1:ext>
            </ns1:extLst>
          </ns0:cNvPr>
          <ns0:cNvSpPr>
            <ns1:spLocks noGrp="1"/>
          </ns0:cNvSpPr>
          <ns0:nvPr/>
        </ns0:nvSpPr>
        <ns0:spPr>
          <ns1:xfrm>
            <ns1:off x="7799310" y="8565968"/>
            <ns1:ext cx="925381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밀집 검색</ns1:t>
            </ns1:r>
          </ns1:p>
        </ns0:txBody>
      </ns0:sp>
      <ns0:sp>
        <ns0:nvSpPr>
          <ns0:cNvPr id="28" name="02_027">
            <ns1:extLst>
              <ns1:ext uri="{FF2B5EF4-FFF2-40B4-BE49-F238E27FC236}">
                <ns2:creationId id="{615547FB-1839-41F8-A7E1-11FC7177FE55}"/>
              </ns1:ext>
            </ns1:extLst>
          </ns0:cNvPr>
          <ns0:cNvSpPr>
            <ns1:spLocks noGrp="1"/>
          </ns0:cNvSpPr>
          <ns0:nvPr/>
        </ns0:nvSpPr>
        <ns0:spPr>
          <ns1:xfrm>
            <ns1:off x="7020000" y="9180000"/>
            <ns1:ext cx="2484000" cy="720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29" name="02_028">
            <ns1:extLst>
              <ns1:ext uri="{FF2B5EF4-FFF2-40B4-BE49-F238E27FC236}">
                <ns2:creationId id="{9403247A-6DB5-4ADE-8FB6-1E2E072CBC31}"/>
              </ns1:ext>
            </ns1:extLst>
          </ns0:cNvPr>
          <ns0:cNvSpPr>
            <ns1:spLocks noGrp="1"/>
          </ns0:cNvSpPr>
          <ns0:nvPr/>
        </ns0:nvSpPr>
        <ns0:spPr>
          <ns1:xfrm>
            <ns1:off x="7792843" y="9319274"/>
            <ns1:ext cx="938315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BM25 [6]</ns1:t>
            </ns1:r>
          </ns1:p>
        </ns0:txBody>
      </ns0:sp>
      <ns0:sp>
        <ns0:nvSpPr>
          <ns0:cNvPr id="30" name="02_029">
            <ns1:extLst>
              <ns1:ext uri="{FF2B5EF4-FFF2-40B4-BE49-F238E27FC236}">
                <ns2:creationId id="{451DE481-1CD7-4D13-B997-82B871B69F83}"/>
              </ns1:ext>
            </ns1:extLst>
          </ns0:cNvPr>
          <ns0:cNvSpPr>
            <ns1:spLocks noGrp="1"/>
          </ns0:cNvSpPr>
          <ns0:nvPr/>
        </ns0:nvSpPr>
        <ns0:spPr>
          <ns1:xfrm>
            <ns1:off x="7219111" y="9531872"/>
            <ns1:ext cx="2085779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원래 질문의 희소 검색</ns1:t>
            </ns1:r>
          </ns1:p>
        </ns0:txBody>
      </ns0:sp>
      <ns0:sp>
        <ns0:nvSpPr>
          <ns0:cNvPr id="31" name="02_030">
            <ns1:extLst>
              <ns1:ext uri="{FF2B5EF4-FFF2-40B4-BE49-F238E27FC236}">
                <ns2:creationId id="{B310C653-F73A-483F-A038-A48159C63781}"/>
              </ns1:ext>
            </ns1:extLst>
          </ns0:cNvPr>
          <ns0:cNvSpPr>
            <ns1:spLocks noGrp="1"/>
          </ns0:cNvSpPr>
          <ns0:nvPr/>
        </ns0:nvSpPr>
        <ns0:spPr>
          <ns1:xfrm>
            <ns1:off x="10296000" y="8424000"/>
            <ns1:ext cx="2124000" cy="1368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32" name="02_031">
            <ns1:extLst>
              <ns1:ext uri="{FF2B5EF4-FFF2-40B4-BE49-F238E27FC236}">
                <ns2:creationId id="{F2A88DBB-E89E-4022-93CD-19EFED649FAA}"/>
              </ns1:ext>
            </ns1:extLst>
          </ns0:cNvPr>
          <ns0:cNvSpPr>
            <ns1:spLocks noGrp="1"/>
          </ns0:cNvSpPr>
          <ns0:nvPr/>
        </ns0:nvSpPr>
        <ns0:spPr>
          <ns1:xfrm>
            <ns1:off x="10476562" y="8786690"/>
            <ns1:ext cx="1762875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Weighted RRF [7]</ns1:t>
            </ns1:r>
          </ns1:p>
        </ns0:txBody>
      </ns0:sp>
      <ns0:sp>
        <ns0:nvSpPr>
          <ns0:cNvPr id="33" name="02_032">
            <ns1:extLst>
              <ns1:ext uri="{FF2B5EF4-FFF2-40B4-BE49-F238E27FC236}">
                <ns2:creationId id="{F637A78D-AEB5-4F92-96C6-45C28A8EF8EF}"/>
              </ns1:ext>
            </ns1:extLst>
          </ns0:cNvPr>
          <ns0:cNvSpPr>
            <ns1:spLocks noGrp="1"/>
          </ns0:cNvSpPr>
          <ns0:nvPr/>
        </ns0:nvSpPr>
        <ns0:spPr>
          <ns1:xfrm>
            <ns1:off x="10686807" y="8991414"/>
            <ns1:ext cx="1342386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가중치 0.6/0.4</ns1:t>
            </ns1:r>
          </ns1:p>
        </ns0:txBody>
      </ns0:sp>
      <ns0:sp>
        <ns0:nvSpPr>
          <ns0:cNvPr id="34" name="02_033">
            <ns1:extLst>
              <ns1:ext uri="{FF2B5EF4-FFF2-40B4-BE49-F238E27FC236}">
                <ns2:creationId id="{58F999E1-19A9-496A-9B92-5F277ACEB1DD}"/>
              </ns1:ext>
            </ns1:extLst>
          </ns0:cNvPr>
          <ns0:cNvSpPr>
            <ns1:spLocks noGrp="1"/>
          </ns0:cNvSpPr>
          <ns0:nvPr/>
        </ns0:nvSpPr>
        <ns0:spPr>
          <ns1:xfrm>
            <ns1:off x="11101343" y="9196138"/>
            <ns1:ext cx="513314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k=60</ns1:t>
            </ns1:r>
          </ns1:p>
        </ns0:txBody>
      </ns0:sp>
      <ns0:sp>
        <ns0:nvSpPr>
          <ns0:cNvPr id="35" name="02_034">
            <ns1:extLst>
              <ns1:ext uri="{FF2B5EF4-FFF2-40B4-BE49-F238E27FC236}">
                <ns2:creationId id="{7FC97C81-35B0-4258-8D26-92F3FE2820FA}"/>
              </ns1:ext>
            </ns1:extLst>
          </ns0:cNvPr>
          <ns0:cNvSpPr>
            <ns1:spLocks noGrp="1"/>
          </ns0:cNvSpPr>
          <ns0:nvPr/>
        </ns0:nvSpPr>
        <ns0:spPr>
          <ns1:xfrm>
            <ns1:off x="13104000" y="8424000"/>
            <ns1:ext cx="3312000" cy="1368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36" name="02_035">
            <ns1:extLst>
              <ns1:ext uri="{FF2B5EF4-FFF2-40B4-BE49-F238E27FC236}">
                <ns2:creationId id="{D9BF920C-04B2-4186-A0D1-470EAF22BABB}"/>
              </ns1:ext>
            </ns1:extLst>
          </ns0:cNvPr>
          <ns0:cNvSpPr>
            <ns1:spLocks noGrp="1"/>
          </ns0:cNvSpPr>
          <ns0:nvPr/>
        </ns0:nvSpPr>
        <ns0:spPr>
          <ns1:xfrm>
            <ns1:off x="13921204" y="8780975"/>
            <ns1:ext cx="1677593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CrossEncoder [8]</ns1:t>
            </ns1:r>
          </ns1:p>
        </ns0:txBody>
      </ns0:sp>
      <ns0:sp>
        <ns0:nvSpPr>
          <ns0:cNvPr id="37" name="02_036">
            <ns1:extLst>
              <ns1:ext uri="{FF2B5EF4-FFF2-40B4-BE49-F238E27FC236}">
                <ns2:creationId id="{412FB894-8709-4C82-84E4-F6283CB835AA}"/>
              </ns1:ext>
            </ns1:extLst>
          </ns0:cNvPr>
          <ns0:cNvSpPr>
            <ns1:spLocks noGrp="1"/>
          </ns0:cNvSpPr>
          <ns0:nvPr/>
        </ns0:nvSpPr>
        <ns0:spPr>
          <ns1:xfrm>
            <ns1:off x="13752829" y="8993573"/>
            <ns1:ext cx="2014342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원래 질문으로 재정렬</ns1:t>
            </ns1:r>
          </ns1:p>
        </ns0:txBody>
      </ns0:sp>
      <ns0:sp>
        <ns0:nvSpPr>
          <ns0:cNvPr id="38" name="02_037">
            <ns1:extLst>
              <ns1:ext uri="{FF2B5EF4-FFF2-40B4-BE49-F238E27FC236}">
                <ns2:creationId id="{FDDFC1A2-418F-4A71-A6D5-70AA5B582E33}"/>
              </ns1:ext>
            </ns1:extLst>
          </ns0:cNvPr>
          <ns0:cNvSpPr>
            <ns1:spLocks noGrp="1"/>
          </ns0:cNvSpPr>
          <ns0:nvPr/>
        </ns0:nvSpPr>
        <ns0:spPr>
          <ns1:xfrm>
            <ns1:off x="14342188" y="9206171"/>
            <ns1:ext cx="835623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후보 8개</ns1:t>
            </ns1:r>
          </ns1:p>
        </ns0:txBody>
      </ns0:sp>
      <ns0:sp>
        <ns0:nvSpPr>
          <ns0:cNvPr id="39" name="02_038">
            <ns1:extLst>
              <ns1:ext uri="{FF2B5EF4-FFF2-40B4-BE49-F238E27FC236}">
                <ns2:creationId id="{7466E627-A716-4049-AA95-5AEEAE298974}"/>
              </ns1:ext>
            </ns1:extLst>
          </ns0:cNvPr>
          <ns0:cNvSpPr>
            <ns1:spLocks noGrp="1"/>
          </ns0:cNvSpPr>
          <ns0:nvPr/>
        </ns0:nvSpPr>
        <ns0:spPr>
          <ns1:xfrm>
            <ns1:off x="17172000" y="8424000"/>
            <ns1:ext cx="3276000" cy="1368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40" name="02_039">
            <ns1:extLst>
              <ns1:ext uri="{FF2B5EF4-FFF2-40B4-BE49-F238E27FC236}">
                <ns2:creationId id="{129CD468-7265-49C5-9ED2-80F4FDD5FB31}"/>
              </ns1:ext>
            </ns1:extLst>
          </ns0:cNvPr>
          <ns0:cNvSpPr>
            <ns1:spLocks noGrp="1"/>
          </ns0:cNvSpPr>
          <ns0:nvPr/>
        </ns0:nvSpPr>
        <ns0:spPr>
          <ns1:xfrm>
            <ns1:off x="17911424" y="8780975"/>
            <ns1:ext cx="1797152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상위 5개 청크 선택</ns1:t>
            </ns1:r>
          </ns1:p>
        </ns0:txBody>
      </ns0:sp>
      <ns0:sp>
        <ns0:nvSpPr>
          <ns0:cNvPr id="41" name="02_040">
            <ns1:extLst>
              <ns1:ext uri="{FF2B5EF4-FFF2-40B4-BE49-F238E27FC236}">
                <ns2:creationId id="{88512857-DB97-412A-8857-8A86308CA3C3}"/>
              </ns1:ext>
            </ns1:extLst>
          </ns0:cNvPr>
          <ns0:cNvSpPr>
            <ns1:spLocks noGrp="1"/>
          </ns0:cNvSpPr>
          <ns0:nvPr/>
        </ns0:nvSpPr>
        <ns0:spPr>
          <ns1:xfrm>
            <ns1:off x="17882055" y="8993573"/>
            <ns1:ext cx="185589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ContextCompressor</ns1:t>
            </ns1:r>
          </ns1:p>
        </ns0:txBody>
      </ns0:sp>
      <ns0:sp>
        <ns0:nvSpPr>
          <ns0:cNvPr id="42" name="02_041">
            <ns1:extLst>
              <ns1:ext uri="{FF2B5EF4-FFF2-40B4-BE49-F238E27FC236}">
                <ns2:creationId id="{D1529B97-00E9-4FE7-A52C-A058B93180FD}"/>
              </ns1:ext>
            </ns1:extLst>
          </ns0:cNvPr>
          <ns0:cNvSpPr>
            <ns1:spLocks noGrp="1"/>
          </ns0:cNvSpPr>
          <ns0:nvPr/>
        </ns0:nvSpPr>
        <ns0:spPr>
          <ns1:xfrm>
            <ns1:off x="17746473" y="9206171"/>
            <ns1:ext cx="2127054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3,072단어 초과 시 압축</ns1:t>
            </ns1:r>
          </ns1:p>
        </ns0:txBody>
      </ns0:sp>
      <ns0:sp>
        <ns0:nvSpPr>
          <ns0:cNvPr id="43" name="02_042">
            <ns1:extLst>
              <ns1:ext uri="{FF2B5EF4-FFF2-40B4-BE49-F238E27FC236}">
                <ns2:creationId id="{C0B3B8EF-4955-4902-A0EB-72C607D291CE}"/>
              </ns1:ext>
            </ns1:extLst>
          </ns0:cNvPr>
          <ns0:cNvSpPr>
            <ns1:spLocks noGrp="1"/>
          </ns0:cNvSpPr>
          <ns0:nvPr/>
        </ns0:nvSpPr>
        <ns0:spPr>
          <ns1:xfrm>
            <ns1:off x="2844000" y="9072000"/>
            <ns1:ext cx="468000" cy="36"/>
          </ns1:xfrm>
          <ns1:custGeom>
            <ns1:pathLst>
              <ns1:path w="468000" h="36">
                <ns1:moveTo>
                  <ns1:pt x="0" y="0"/>
                </ns1:moveTo>
                <ns1:lnTo>
                  <ns1:pt x="468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44" name="02_043">
            <ns1:extLst>
              <ns1:ext uri="{FF2B5EF4-FFF2-40B4-BE49-F238E27FC236}">
                <ns2:creationId id="{0ED21098-BAB1-4F78-AB15-62DEB70B7F38}"/>
              </ns1:ext>
            </ns1:extLst>
          </ns0:cNvPr>
          <ns0:cNvSpPr>
            <ns1:spLocks noGrp="1"/>
          </ns0:cNvSpPr>
          <ns0:nvPr/>
        </ns0:nvSpPr>
        <ns0:spPr>
          <ns1:xfrm>
            <ns1:off x="3312000" y="8568000"/>
            <ns1:ext cx="36" cy="504000"/>
          </ns1:xfrm>
          <ns1:custGeom>
            <ns1:pathLst>
              <ns1:path w="36" h="504000">
                <ns1:moveTo>
                  <ns1:pt x="0" y="504000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45" name="02_044">
            <ns1:extLst>
              <ns1:ext uri="{FF2B5EF4-FFF2-40B4-BE49-F238E27FC236}">
                <ns2:creationId id="{D7DA6838-CC85-41EC-B56A-D0F07AF373DC}"/>
              </ns1:ext>
            </ns1:extLst>
          </ns0:cNvPr>
          <ns0:cNvSpPr>
            <ns1:spLocks noGrp="1"/>
          </ns0:cNvSpPr>
          <ns0:nvPr/>
        </ns0:nvSpPr>
        <ns0:spPr>
          <ns1:xfrm>
            <ns1:off x="3312000" y="8568000"/>
            <ns1:ext cx="468000" cy="36"/>
          </ns1:xfrm>
          <ns1:custGeom>
            <ns1:pathLst>
              <ns1:path w="468000" h="36">
                <ns1:moveTo>
                  <ns1:pt x="0" y="0"/>
                </ns1:moveTo>
                <ns1:lnTo>
                  <ns1:pt x="468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46" name="02_045">
            <ns1:extLst>
              <ns1:ext uri="{FF2B5EF4-FFF2-40B4-BE49-F238E27FC236}">
                <ns2:creationId id="{443EB1DB-C948-4DCE-9F93-BC87463410A7}"/>
              </ns1:ext>
            </ns1:extLst>
          </ns0:cNvPr>
          <ns0:cNvSpPr>
            <ns1:spLocks noGrp="1"/>
          </ns0:cNvSpPr>
          <ns0:nvPr/>
        </ns0:nvSpPr>
        <ns0:spPr>
          <ns1:xfrm>
            <ns1:off x="3712480" y="8568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47" name="02_046">
            <ns1:extLst>
              <ns1:ext uri="{FF2B5EF4-FFF2-40B4-BE49-F238E27FC236}">
                <ns2:creationId id="{DEA0AAD7-C484-4A5B-8704-EF06914CC75C}"/>
              </ns1:ext>
            </ns1:extLst>
          </ns0:cNvPr>
          <ns0:cNvSpPr>
            <ns1:spLocks noGrp="1"/>
          </ns0:cNvSpPr>
          <ns0:nvPr/>
        </ns0:nvSpPr>
        <ns0:spPr>
          <ns1:xfrm>
            <ns1:off x="3712480" y="8526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48" name="02_047">
            <ns1:extLst>
              <ns1:ext uri="{FF2B5EF4-FFF2-40B4-BE49-F238E27FC236}">
                <ns2:creationId id="{69F79697-0AAD-4A92-95E7-FF0FEAA9C5E2}"/>
              </ns1:ext>
            </ns1:extLst>
          </ns0:cNvPr>
          <ns0:cNvSpPr>
            <ns1:spLocks noGrp="1"/>
          </ns0:cNvSpPr>
          <ns0:nvPr/>
        </ns0:nvSpPr>
        <ns0:spPr>
          <ns1:xfrm>
            <ns1:off x="3312000" y="9072000"/>
            <ns1:ext cx="36" cy="468000"/>
          </ns1:xfrm>
          <ns1:custGeom>
            <ns1:pathLst>
              <ns1:path w="36" h="468000">
                <ns1:moveTo>
                  <ns1:pt x="0" y="0"/>
                </ns1:moveTo>
                <ns1:lnTo>
                  <ns1:pt x="0" y="46800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49" name="02_048">
            <ns1:extLst>
              <ns1:ext uri="{FF2B5EF4-FFF2-40B4-BE49-F238E27FC236}">
                <ns2:creationId id="{D3F1293B-C6CC-4348-9517-1B6D2558995B}"/>
              </ns1:ext>
            </ns1:extLst>
          </ns0:cNvPr>
          <ns0:cNvSpPr>
            <ns1:spLocks noGrp="1"/>
          </ns0:cNvSpPr>
          <ns0:nvPr/>
        </ns0:nvSpPr>
        <ns0:spPr>
          <ns1:xfrm>
            <ns1:off x="3312000" y="9540000"/>
            <ns1:ext cx="3708000" cy="36"/>
          </ns1:xfrm>
          <ns1:custGeom>
            <ns1:pathLst>
              <ns1:path w="3708000" h="36">
                <ns1:moveTo>
                  <ns1:pt x="0" y="0"/>
                </ns1:moveTo>
                <ns1:lnTo>
                  <ns1:pt x="3708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50" name="02_049">
            <ns1:extLst>
              <ns1:ext uri="{FF2B5EF4-FFF2-40B4-BE49-F238E27FC236}">
                <ns2:creationId id="{840E4E78-3E25-4D92-B789-64E5C88EFFCF}"/>
              </ns1:ext>
            </ns1:extLst>
          </ns0:cNvPr>
          <ns0:cNvSpPr>
            <ns1:spLocks noGrp="1"/>
          </ns0:cNvSpPr>
          <ns0:nvPr/>
        </ns0:nvSpPr>
        <ns0:spPr>
          <ns1:xfrm>
            <ns1:off x="6952480" y="9540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51" name="02_050">
            <ns1:extLst>
              <ns1:ext uri="{FF2B5EF4-FFF2-40B4-BE49-F238E27FC236}">
                <ns2:creationId id="{C2C00A1E-C036-4A2A-B218-8EFD612A7385}"/>
              </ns1:ext>
            </ns1:extLst>
          </ns0:cNvPr>
          <ns0:cNvSpPr>
            <ns1:spLocks noGrp="1"/>
          </ns0:cNvSpPr>
          <ns0:nvPr/>
        </ns0:nvSpPr>
        <ns0:spPr>
          <ns1:xfrm>
            <ns1:off x="6952480" y="9498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52" name="02_051">
            <ns1:extLst>
              <ns1:ext uri="{FF2B5EF4-FFF2-40B4-BE49-F238E27FC236}">
                <ns2:creationId id="{B96757D2-F69F-483C-8DCB-12F8972C7F53}"/>
              </ns1:ext>
            </ns1:extLst>
          </ns0:cNvPr>
          <ns0:cNvSpPr>
            <ns1:spLocks noGrp="1"/>
          </ns0:cNvSpPr>
          <ns0:nvPr/>
        </ns0:nvSpPr>
        <ns0:spPr>
          <ns1:xfrm>
            <ns1:off x="6588000" y="8568000"/>
            <ns1:ext cx="432000" cy="36"/>
          </ns1:xfrm>
          <ns1:custGeom>
            <ns1:pathLst>
              <ns1:path w="432000" h="36">
                <ns1:moveTo>
                  <ns1:pt x="0" y="0"/>
                </ns1:moveTo>
                <ns1:lnTo>
                  <ns1:pt x="432000" y="0"/>
                </ns1:lnTo>
              </ns1:path>
            </ns1:pathLst>
          </ns1:custGeom>
          <ns1:noFill/>
          <ns1:ln w="23400">
            <ns1:solidFill>
              <ns1:srgbClr val="347DDB"/>
            </ns1:solidFill>
            <ns1:prstDash val="solid"/>
          </ns1:ln>
        </ns0:spPr>
      </ns0:sp>
      <ns0:sp>
        <ns0:nvSpPr>
          <ns0:cNvPr id="53" name="02_052">
            <ns1:extLst>
              <ns1:ext uri="{FF2B5EF4-FFF2-40B4-BE49-F238E27FC236}">
                <ns2:creationId id="{3EA6B9AE-7373-4A90-AD6B-7BA66CA05C8C}"/>
              </ns1:ext>
            </ns1:extLst>
          </ns0:cNvPr>
          <ns0:cNvSpPr>
            <ns1:spLocks noGrp="1"/>
          </ns0:cNvSpPr>
          <ns0:nvPr/>
        </ns0:nvSpPr>
        <ns0:spPr>
          <ns1:xfrm>
            <ns1:off x="6952480" y="8568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347DDB"/>
            </ns1:solidFill>
            <ns1:prstDash val="solid"/>
          </ns1:ln>
        </ns0:spPr>
      </ns0:sp>
      <ns0:sp>
        <ns0:nvSpPr>
          <ns0:cNvPr id="54" name="02_053">
            <ns1:extLst>
              <ns1:ext uri="{FF2B5EF4-FFF2-40B4-BE49-F238E27FC236}">
                <ns2:creationId id="{D26A88CA-E7D3-42B7-AFB0-1AB3F0B865C2}"/>
              </ns1:ext>
            </ns1:extLst>
          </ns0:cNvPr>
          <ns0:cNvSpPr>
            <ns1:spLocks noGrp="1"/>
          </ns0:cNvSpPr>
          <ns0:nvPr/>
        </ns0:nvSpPr>
        <ns0:spPr>
          <ns1:xfrm>
            <ns1:off x="6952480" y="8526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347DDB"/>
            </ns1:solidFill>
            <ns1:prstDash val="solid"/>
          </ns1:ln>
        </ns0:spPr>
      </ns0:sp>
      <ns0:sp>
        <ns0:nvSpPr>
          <ns0:cNvPr id="55" name="02_054">
            <ns1:extLst>
              <ns1:ext uri="{FF2B5EF4-FFF2-40B4-BE49-F238E27FC236}">
                <ns2:creationId id="{1A14AD6D-962F-4495-A414-E58777E464DC}"/>
              </ns1:ext>
            </ns1:extLst>
          </ns0:cNvPr>
          <ns0:cNvSpPr>
            <ns1:spLocks noGrp="1"/>
          </ns0:cNvSpPr>
          <ns0:nvPr/>
        </ns0:nvSpPr>
        <ns0:spPr>
          <ns1:xfrm>
            <ns1:off x="9504000" y="8568000"/>
            <ns1:ext cx="432000" cy="36"/>
          </ns1:xfrm>
          <ns1:custGeom>
            <ns1:pathLst>
              <ns1:path w="432000" h="36">
                <ns1:moveTo>
                  <ns1:pt x="0" y="0"/>
                </ns1:moveTo>
                <ns1:lnTo>
                  <ns1:pt x="432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56" name="02_055">
            <ns1:extLst>
              <ns1:ext uri="{FF2B5EF4-FFF2-40B4-BE49-F238E27FC236}">
                <ns2:creationId id="{ED2321B1-7FA0-4EB8-8C80-DA58CACE94E6}"/>
              </ns1:ext>
            </ns1:extLst>
          </ns0:cNvPr>
          <ns0:cNvSpPr>
            <ns1:spLocks noGrp="1"/>
          </ns0:cNvSpPr>
          <ns0:nvPr/>
        </ns0:nvSpPr>
        <ns0:spPr>
          <ns1:xfrm>
            <ns1:off x="9936000" y="8568000"/>
            <ns1:ext cx="36" cy="288000"/>
          </ns1:xfrm>
          <ns1:custGeom>
            <ns1:pathLst>
              <ns1:path w="36" h="288000">
                <ns1:moveTo>
                  <ns1:pt x="0" y="0"/>
                </ns1:moveTo>
                <ns1:lnTo>
                  <ns1:pt x="0" y="28800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57" name="02_056">
            <ns1:extLst>
              <ns1:ext uri="{FF2B5EF4-FFF2-40B4-BE49-F238E27FC236}">
                <ns2:creationId id="{6905091B-C142-4CC2-9969-EE91A57530D7}"/>
              </ns1:ext>
            </ns1:extLst>
          </ns0:cNvPr>
          <ns0:cNvSpPr>
            <ns1:spLocks noGrp="1"/>
          </ns0:cNvSpPr>
          <ns0:nvPr/>
        </ns0:nvSpPr>
        <ns0:spPr>
          <ns1:xfrm>
            <ns1:off x="9936000" y="8856000"/>
            <ns1:ext cx="360000" cy="36"/>
          </ns1:xfrm>
          <ns1:custGeom>
            <ns1:pathLst>
              <ns1:path w="360000" h="36">
                <ns1:moveTo>
                  <ns1:pt x="0" y="0"/>
                </ns1:moveTo>
                <ns1:lnTo>
                  <ns1:pt x="360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58" name="02_057">
            <ns1:extLst>
              <ns1:ext uri="{FF2B5EF4-FFF2-40B4-BE49-F238E27FC236}">
                <ns2:creationId id="{E2C5D4D7-A60D-4158-B7B3-E7122D4F16EB}"/>
              </ns1:ext>
            </ns1:extLst>
          </ns0:cNvPr>
          <ns0:cNvSpPr>
            <ns1:spLocks noGrp="1"/>
          </ns0:cNvSpPr>
          <ns0:nvPr/>
        </ns0:nvSpPr>
        <ns0:spPr>
          <ns1:xfrm>
            <ns1:off x="10228480" y="8856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59" name="02_058">
            <ns1:extLst>
              <ns1:ext uri="{FF2B5EF4-FFF2-40B4-BE49-F238E27FC236}">
                <ns2:creationId id="{BDCDD24F-2527-492B-8EBB-22DF2A4855F5}"/>
              </ns1:ext>
            </ns1:extLst>
          </ns0:cNvPr>
          <ns0:cNvSpPr>
            <ns1:spLocks noGrp="1"/>
          </ns0:cNvSpPr>
          <ns0:nvPr/>
        </ns0:nvSpPr>
        <ns0:spPr>
          <ns1:xfrm>
            <ns1:off x="10228480" y="8814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0" name="02_059">
            <ns1:extLst>
              <ns1:ext uri="{FF2B5EF4-FFF2-40B4-BE49-F238E27FC236}">
                <ns2:creationId id="{7B1B7F35-E90F-4793-A35A-6185ACE754AC}"/>
              </ns1:ext>
            </ns1:extLst>
          </ns0:cNvPr>
          <ns0:cNvSpPr>
            <ns1:spLocks noGrp="1"/>
          </ns0:cNvSpPr>
          <ns0:nvPr/>
        </ns0:nvSpPr>
        <ns0:spPr>
          <ns1:xfrm>
            <ns1:off x="9504000" y="9540000"/>
            <ns1:ext cx="432000" cy="36"/>
          </ns1:xfrm>
          <ns1:custGeom>
            <ns1:pathLst>
              <ns1:path w="432000" h="36">
                <ns1:moveTo>
                  <ns1:pt x="0" y="0"/>
                </ns1:moveTo>
                <ns1:lnTo>
                  <ns1:pt x="432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1" name="02_060">
            <ns1:extLst>
              <ns1:ext uri="{FF2B5EF4-FFF2-40B4-BE49-F238E27FC236}">
                <ns2:creationId id="{D373F0F4-F536-4582-BAC6-5108AA355EBB}"/>
              </ns1:ext>
            </ns1:extLst>
          </ns0:cNvPr>
          <ns0:cNvSpPr>
            <ns1:spLocks noGrp="1"/>
          </ns0:cNvSpPr>
          <ns0:nvPr/>
        </ns0:nvSpPr>
        <ns0:spPr>
          <ns1:xfrm>
            <ns1:off x="9936000" y="9396000"/>
            <ns1:ext cx="36" cy="144000"/>
          </ns1:xfrm>
          <ns1:custGeom>
            <ns1:pathLst>
              <ns1:path w="36" h="144000">
                <ns1:moveTo>
                  <ns1:pt x="0" y="144000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2" name="02_061">
            <ns1:extLst>
              <ns1:ext uri="{FF2B5EF4-FFF2-40B4-BE49-F238E27FC236}">
                <ns2:creationId id="{1C1F3586-06EE-4342-A53E-A671DBE37106}"/>
              </ns1:ext>
            </ns1:extLst>
          </ns0:cNvPr>
          <ns0:cNvSpPr>
            <ns1:spLocks noGrp="1"/>
          </ns0:cNvSpPr>
          <ns0:nvPr/>
        </ns0:nvSpPr>
        <ns0:spPr>
          <ns1:xfrm>
            <ns1:off x="9936000" y="9396000"/>
            <ns1:ext cx="360000" cy="36"/>
          </ns1:xfrm>
          <ns1:custGeom>
            <ns1:pathLst>
              <ns1:path w="360000" h="36">
                <ns1:moveTo>
                  <ns1:pt x="0" y="0"/>
                </ns1:moveTo>
                <ns1:lnTo>
                  <ns1:pt x="360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3" name="02_062">
            <ns1:extLst>
              <ns1:ext uri="{FF2B5EF4-FFF2-40B4-BE49-F238E27FC236}">
                <ns2:creationId id="{05DE7EAF-BA25-4716-A1A7-2390FAF7BAC5}"/>
              </ns1:ext>
            </ns1:extLst>
          </ns0:cNvPr>
          <ns0:cNvSpPr>
            <ns1:spLocks noGrp="1"/>
          </ns0:cNvSpPr>
          <ns0:nvPr/>
        </ns0:nvSpPr>
        <ns0:spPr>
          <ns1:xfrm>
            <ns1:off x="10228480" y="9396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4" name="02_063">
            <ns1:extLst>
              <ns1:ext uri="{FF2B5EF4-FFF2-40B4-BE49-F238E27FC236}">
                <ns2:creationId id="{41A7EAB5-DD49-4C79-ADB4-43F589484FC4}"/>
              </ns1:ext>
            </ns1:extLst>
          </ns0:cNvPr>
          <ns0:cNvSpPr>
            <ns1:spLocks noGrp="1"/>
          </ns0:cNvSpPr>
          <ns0:nvPr/>
        </ns0:nvSpPr>
        <ns0:spPr>
          <ns1:xfrm>
            <ns1:off x="10228480" y="9354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5" name="02_064">
            <ns1:extLst>
              <ns1:ext uri="{FF2B5EF4-FFF2-40B4-BE49-F238E27FC236}">
                <ns2:creationId id="{CFD075C5-471A-4E75-859B-C41EB4643F04}"/>
              </ns1:ext>
            </ns1:extLst>
          </ns0:cNvPr>
          <ns0:cNvSpPr>
            <ns1:spLocks noGrp="1"/>
          </ns0:cNvSpPr>
          <ns0:nvPr/>
        </ns0:nvSpPr>
        <ns0:spPr>
          <ns1:xfrm>
            <ns1:off x="12420000" y="9108000"/>
            <ns1:ext cx="684000" cy="36"/>
          </ns1:xfrm>
          <ns1:custGeom>
            <ns1:pathLst>
              <ns1:path w="684000" h="36">
                <ns1:moveTo>
                  <ns1:pt x="0" y="0"/>
                </ns1:moveTo>
                <ns1:lnTo>
                  <ns1:pt x="684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6" name="02_065">
            <ns1:extLst>
              <ns1:ext uri="{FF2B5EF4-FFF2-40B4-BE49-F238E27FC236}">
                <ns2:creationId id="{AE4FFFE8-7FC8-428C-B987-1D5DFD0DAD87}"/>
              </ns1:ext>
            </ns1:extLst>
          </ns0:cNvPr>
          <ns0:cNvSpPr>
            <ns1:spLocks noGrp="1"/>
          </ns0:cNvSpPr>
          <ns0:nvPr/>
        </ns0:nvSpPr>
        <ns0:spPr>
          <ns1:xfrm>
            <ns1:off x="13036480" y="9108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7" name="02_066">
            <ns1:extLst>
              <ns1:ext uri="{FF2B5EF4-FFF2-40B4-BE49-F238E27FC236}">
                <ns2:creationId id="{450A1DAA-9AA1-4F15-AEBA-40326F55959F}"/>
              </ns1:ext>
            </ns1:extLst>
          </ns0:cNvPr>
          <ns0:cNvSpPr>
            <ns1:spLocks noGrp="1"/>
          </ns0:cNvSpPr>
          <ns0:nvPr/>
        </ns0:nvSpPr>
        <ns0:spPr>
          <ns1:xfrm>
            <ns1:off x="13036480" y="9066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8" name="02_067">
            <ns1:extLst>
              <ns1:ext uri="{FF2B5EF4-FFF2-40B4-BE49-F238E27FC236}">
                <ns2:creationId id="{F510C960-C35B-4F20-BD94-06E9D839AA0D}"/>
              </ns1:ext>
            </ns1:extLst>
          </ns0:cNvPr>
          <ns0:cNvSpPr>
            <ns1:spLocks noGrp="1"/>
          </ns0:cNvSpPr>
          <ns0:nvPr/>
        </ns0:nvSpPr>
        <ns0:spPr>
          <ns1:xfrm>
            <ns1:off x="16416000" y="9108000"/>
            <ns1:ext cx="756000" cy="36"/>
          </ns1:xfrm>
          <ns1:custGeom>
            <ns1:pathLst>
              <ns1:path w="756000" h="36">
                <ns1:moveTo>
                  <ns1:pt x="0" y="0"/>
                </ns1:moveTo>
                <ns1:lnTo>
                  <ns1:pt x="756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69" name="02_068">
            <ns1:extLst>
              <ns1:ext uri="{FF2B5EF4-FFF2-40B4-BE49-F238E27FC236}">
                <ns2:creationId id="{90678018-08EE-4E4A-840F-0441057E152A}"/>
              </ns1:ext>
            </ns1:extLst>
          </ns0:cNvPr>
          <ns0:cNvSpPr>
            <ns1:spLocks noGrp="1"/>
          </ns0:cNvSpPr>
          <ns0:nvPr/>
        </ns0:nvSpPr>
        <ns0:spPr>
          <ns1:xfrm>
            <ns1:off x="17104480" y="9108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70" name="02_069">
            <ns1:extLst>
              <ns1:ext uri="{FF2B5EF4-FFF2-40B4-BE49-F238E27FC236}">
                <ns2:creationId id="{809193E6-00A9-4284-8E1B-6711440D5199}"/>
              </ns1:ext>
            </ns1:extLst>
          </ns0:cNvPr>
          <ns0:cNvSpPr>
            <ns1:spLocks noGrp="1"/>
          </ns0:cNvSpPr>
          <ns0:nvPr/>
        </ns0:nvSpPr>
        <ns0:spPr>
          <ns1:xfrm>
            <ns1:off x="17104480" y="9066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71" name="02_070">
            <ns1:extLst>
              <ns1:ext uri="{FF2B5EF4-FFF2-40B4-BE49-F238E27FC236}">
                <ns2:creationId id="{3D9C9D1D-5546-4C2E-A7CE-C64A174B9560}"/>
              </ns1:ext>
            </ns1:extLst>
          </ns0:cNvPr>
          <ns0:cNvSpPr>
            <ns1:spLocks noGrp="1"/>
          </ns0:cNvSpPr>
          <ns0:nvPr/>
        </ns0:nvSpPr>
        <ns0:spPr>
          <ns1:xfrm>
            <ns1:off x="18810000" y="9792000"/>
            <ns1:ext cx="36" cy="252000"/>
          </ns1:xfrm>
          <ns1:custGeom>
            <ns1:pathLst>
              <ns1:path w="36" h="252000">
                <ns1:moveTo>
                  <ns1:pt x="0" y="0"/>
                </ns1:moveTo>
                <ns1:lnTo>
                  <ns1:pt x="0" y="252000"/>
                </ns1:lnTo>
              </ns1:path>
            </ns1:pathLst>
          </ns1:custGeom>
          <ns1:noFill/>
          <ns1:ln w="19800">
            <ns1:solidFill>
              <ns1:srgbClr val="596579"/>
            </ns1:solidFill>
            <ns1:prstDash val="solid"/>
          </ns1:ln>
        </ns0:spPr>
      </ns0:sp>
      <ns0:sp>
        <ns0:nvSpPr>
          <ns0:cNvPr id="72" name="02_071">
            <ns1:extLst>
              <ns1:ext uri="{FF2B5EF4-FFF2-40B4-BE49-F238E27FC236}">
                <ns2:creationId id="{086EFC10-EBB2-494D-BE2D-54068A220BD6}"/>
              </ns1:ext>
            </ns1:extLst>
          </ns0:cNvPr>
          <ns0:cNvSpPr>
            <ns1:spLocks noGrp="1"/>
          </ns0:cNvSpPr>
          <ns0:nvPr/>
        </ns0:nvSpPr>
        <ns0:spPr>
          <ns1:xfrm>
            <ns1:off x="1854000" y="10044000"/>
            <ns1:ext cx="16956000" cy="36"/>
          </ns1:xfrm>
          <ns1:custGeom>
            <ns1:pathLst>
              <ns1:path w="16956000" h="36">
                <ns1:moveTo>
                  <ns1:pt x="16956000" y="0"/>
                </ns1:moveTo>
                <ns1:lnTo>
                  <ns1:pt x="0" y="0"/>
                </ns1:lnTo>
              </ns1:path>
            </ns1:pathLst>
          </ns1:custGeom>
          <ns1:noFill/>
          <ns1:ln w="19800">
            <ns1:solidFill>
              <ns1:srgbClr val="596579"/>
            </ns1:solidFill>
            <ns1:prstDash val="solid"/>
          </ns1:ln>
        </ns0:spPr>
      </ns0:sp>
      <ns0:sp>
        <ns0:nvSpPr>
          <ns0:cNvPr id="73" name="02_072">
            <ns1:extLst>
              <ns1:ext uri="{FF2B5EF4-FFF2-40B4-BE49-F238E27FC236}">
                <ns2:creationId id="{2E5E0747-5736-48BF-BB73-70E2D69116AC}"/>
              </ns1:ext>
            </ns1:extLst>
          </ns0:cNvPr>
          <ns0:cNvSpPr>
            <ns1:spLocks noGrp="1"/>
          </ns0:cNvSpPr>
          <ns0:nvPr/>
        </ns0:nvSpPr>
        <ns0:spPr>
          <ns1:xfrm>
            <ns1:off x="1854000" y="10044000"/>
            <ns1:ext cx="36" cy="612000"/>
          </ns1:xfrm>
          <ns1:custGeom>
            <ns1:pathLst>
              <ns1:path w="36" h="612000">
                <ns1:moveTo>
                  <ns1:pt x="0" y="0"/>
                </ns1:moveTo>
                <ns1:lnTo>
                  <ns1:pt x="0" y="612000"/>
                </ns1:lnTo>
              </ns1:path>
            </ns1:pathLst>
          </ns1:custGeom>
          <ns1:noFill/>
          <ns1:ln w="19800">
            <ns1:solidFill>
              <ns1:srgbClr val="596579"/>
            </ns1:solidFill>
            <ns1:prstDash val="solid"/>
          </ns1:ln>
        </ns0:spPr>
      </ns0:sp>
      <ns0:sp>
        <ns0:nvSpPr>
          <ns0:cNvPr id="74" name="02_073">
            <ns1:extLst>
              <ns1:ext uri="{FF2B5EF4-FFF2-40B4-BE49-F238E27FC236}">
                <ns2:creationId id="{380F9BFB-FA92-401A-BA22-131F404B3FD0}"/>
              </ns1:ext>
            </ns1:extLst>
          </ns0:cNvPr>
          <ns0:cNvSpPr>
            <ns1:spLocks noGrp="1"/>
          </ns0:cNvSpPr>
          <ns0:nvPr/>
        </ns0:nvSpPr>
        <ns0:spPr>
          <ns1:xfrm>
            <ns1:off x="1812603" y="10588480"/>
            <ns1:ext cx="41397" cy="67520"/>
          </ns1:xfrm>
          <ns1:custGeom>
            <ns1:pathLst>
              <ns1:path w="41397" h="67520">
                <ns1:moveTo>
                  <ns1:pt x="41397" y="67520"/>
                </ns1:moveTo>
                <ns1:lnTo>
                  <ns1:pt x="0" y="0"/>
                </ns1:lnTo>
              </ns1:path>
            </ns1:pathLst>
          </ns1:custGeom>
          <ns1:noFill/>
          <ns1:ln w="19800">
            <ns1:solidFill>
              <ns1:srgbClr val="596579"/>
            </ns1:solidFill>
            <ns1:prstDash val="solid"/>
          </ns1:ln>
        </ns0:spPr>
      </ns0:sp>
      <ns0:sp>
        <ns0:nvSpPr>
          <ns0:cNvPr id="75" name="02_074">
            <ns1:extLst>
              <ns1:ext uri="{FF2B5EF4-FFF2-40B4-BE49-F238E27FC236}">
                <ns2:creationId id="{F1EC9E3E-9248-4993-A1DF-BF5C7341FA06}"/>
              </ns1:ext>
            </ns1:extLst>
          </ns0:cNvPr>
          <ns0:cNvSpPr>
            <ns1:spLocks noGrp="1"/>
          </ns0:cNvSpPr>
          <ns0:nvPr/>
        </ns0:nvSpPr>
        <ns0:spPr>
          <ns1:xfrm>
            <ns1:off x="1854000" y="10588480"/>
            <ns1:ext cx="41397" cy="67520"/>
          </ns1:xfrm>
          <ns1:custGeom>
            <ns1:pathLst>
              <ns1:path w="41397" h="67520">
                <ns1:moveTo>
                  <ns1:pt x="0" y="67520"/>
                </ns1:moveTo>
                <ns1:lnTo>
                  <ns1:pt x="41397" y="0"/>
                </ns1:lnTo>
              </ns1:path>
            </ns1:pathLst>
          </ns1:custGeom>
          <ns1:noFill/>
          <ns1:ln w="19800">
            <ns1:solidFill>
              <ns1:srgbClr val="596579"/>
            </ns1:solidFill>
            <ns1:prstDash val="solid"/>
          </ns1:ln>
        </ns0:spPr>
      </ns0:sp>
      <ns0:sp>
        <ns0:nvSpPr>
          <ns0:cNvPr id="76" name="02_075">
            <ns1:extLst>
              <ns1:ext uri="{FF2B5EF4-FFF2-40B4-BE49-F238E27FC236}">
                <ns2:creationId id="{A3053D2A-491E-4064-9FEC-54B84308EC9B}"/>
              </ns1:ext>
            </ns1:extLst>
          </ns0:cNvPr>
          <ns0:cNvSpPr>
            <ns1:spLocks noGrp="1"/>
          </ns0:cNvSpPr>
          <ns0:nvPr/>
        </ns0:nvSpPr>
        <ns0:spPr>
          <ns1:xfrm>
            <ns1:off x="3708000" y="10231280"/>
            <ns1:ext cx="16956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생성: CAD ON에서 로짓 가중 결합 → SCD ON에서 언어별 로짓 조정</ns1:t>
            </ns1:r>
          </ns1:p>
        </ns0:txBody>
      </ns0:sp>
      <ns0:sp>
        <ns0:nvSpPr>
          <ns0:cNvPr id="77" name="02_076">
            <ns1:extLst>
              <ns1:ext uri="{FF2B5EF4-FFF2-40B4-BE49-F238E27FC236}">
                <ns2:creationId id="{A66CC858-DB31-4635-98F1-2BCAB62DADF9}"/>
              </ns1:ext>
            </ns1:extLst>
          </ns0:cNvPr>
          <ns0:cNvSpPr>
            <ns1:spLocks noGrp="1"/>
          </ns0:cNvSpPr>
          <ns0:nvPr/>
        </ns0:nvSpPr>
        <ns0:spPr>
          <ns1:xfrm>
            <ns1:off x="864000" y="10656000"/>
            <ns1:ext cx="1980000" cy="936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78" name="02_077">
            <ns1:extLst>
              <ns1:ext uri="{FF2B5EF4-FFF2-40B4-BE49-F238E27FC236}">
                <ns2:creationId id="{DE739DF4-422E-4E63-A459-0A1FDB8E24B8}"/>
              </ns1:ext>
            </ns1:extLst>
          </ns0:cNvPr>
          <ns0:cNvSpPr>
            <ns1:spLocks noGrp="1"/>
          </ns0:cNvSpPr>
          <ns0:nvPr/>
        </ns0:nvSpPr>
        <ns0:spPr>
          <ns1:xfrm>
            <ns1:off x="1280934" y="10905052"/>
            <ns1:ext cx="1146132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질문 + 문맥</ns1:t>
            </ns1:r>
          </ns1:p>
        </ns0:txBody>
      </ns0:sp>
      <ns0:sp>
        <ns0:nvSpPr>
          <ns0:cNvPr id="79" name="02_078">
            <ns1:extLst>
              <ns1:ext uri="{FF2B5EF4-FFF2-40B4-BE49-F238E27FC236}">
                <ns2:creationId id="{3769FC2E-3CAE-4C82-B4FC-07C6B17762AC}"/>
              </ns1:ext>
            </ns1:extLst>
          </ns0:cNvPr>
          <ns0:cNvSpPr>
            <ns1:spLocks noGrp="1"/>
          </ns0:cNvSpPr>
          <ns0:nvPr/>
        </ns0:nvSpPr>
        <ns0:spPr>
          <ns1:xfrm>
            <ns1:off x="1435368" y="11109776"/>
            <ns1:ext cx="837264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선택 청크 5개</ns1:t>
            </ns1:r>
          </ns1:p>
        </ns0:txBody>
      </ns0:sp>
      <ns0:sp>
        <ns0:nvSpPr>
          <ns0:cNvPr id="80" name="02_079">
            <ns1:extLst>
              <ns1:ext uri="{FF2B5EF4-FFF2-40B4-BE49-F238E27FC236}">
                <ns2:creationId id="{A7A4B3EF-3426-4243-86A3-FEE525049E0F}"/>
              </ns1:ext>
            </ns1:extLst>
          </ns0:cNvPr>
          <ns0:cNvSpPr>
            <ns1:spLocks noGrp="1"/>
          </ns0:cNvSpPr>
          <ns0:nvPr/>
        </ns0:nvSpPr>
        <ns0:spPr>
          <ns1:xfrm>
            <ns1:off x="3564000" y="10656000"/>
            <ns1:ext cx="3240000" cy="936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81" name="02_080">
            <ns1:extLst>
              <ns1:ext uri="{FF2B5EF4-FFF2-40B4-BE49-F238E27FC236}">
                <ns2:creationId id="{825A11DD-ED1C-4D13-89DA-AF1D4AAA31E6}"/>
              </ns1:ext>
            </ns1:extLst>
          </ns0:cNvPr>
          <ns0:cNvSpPr>
            <ns1:spLocks noGrp="1"/>
          </ns0:cNvSpPr>
          <ns0:nvPr/>
        </ns0:nvSpPr>
        <ns0:spPr>
          <ns1:xfrm>
            <ns1:off x="4447267" y="10901496"/>
            <ns1:ext cx="1473465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Mi:dm 2.0 [18]</ns1:t>
            </ns1:r>
          </ns1:p>
        </ns0:txBody>
      </ns0:sp>
      <ns0:sp>
        <ns0:nvSpPr>
          <ns0:cNvPr id="82" name="02_081">
            <ns1:extLst>
              <ns1:ext uri="{FF2B5EF4-FFF2-40B4-BE49-F238E27FC236}">
                <ns2:creationId id="{442EEC94-D3F2-4C29-87DE-566A127C1393}"/>
              </ns1:ext>
            </ns1:extLst>
          </ns0:cNvPr>
          <ns0:cNvSpPr>
            <ns1:spLocks noGrp="1"/>
          </ns0:cNvSpPr>
          <ns0:nvPr/>
        </ns0:nvSpPr>
        <ns0:spPr>
          <ns1:xfrm>
            <ns1:off x="4574317" y="11121968"/>
            <ns1:ext cx="1219366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Base Instruct</ns1:t>
            </ns1:r>
          </ns1:p>
        </ns0:txBody>
      </ns0:sp>
      <ns0:sp>
        <ns0:nvSpPr>
          <ns0:cNvPr id="83" name="02_082">
            <ns1:extLst>
              <ns1:ext uri="{FF2B5EF4-FFF2-40B4-BE49-F238E27FC236}">
                <ns2:creationId id="{02844012-06F3-4A20-A7D3-FC21FE041D6D}"/>
              </ns1:ext>
            </ns1:extLst>
          </ns0:cNvPr>
          <ns0:cNvSpPr>
            <ns1:spLocks noGrp="1"/>
          </ns0:cNvSpPr>
          <ns0:nvPr/>
        </ns0:nvSpPr>
        <ns0:spPr>
          <ns1:xfrm>
            <ns1:off x="7524000" y="10620000"/>
            <ns1:ext cx="1908000" cy="432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84" name="02_083">
            <ns1:extLst>
              <ns1:ext uri="{FF2B5EF4-FFF2-40B4-BE49-F238E27FC236}">
                <ns2:creationId id="{8C1BB5E9-3A01-4A99-8433-91501C62150E}"/>
              </ns1:ext>
            </ns1:extLst>
          </ns0:cNvPr>
          <ns0:cNvSpPr>
            <ns1:spLocks noGrp="1"/>
          </ns0:cNvSpPr>
          <ns0:nvPr/>
        </ns0:nvSpPr>
        <ns0:spPr>
          <ns1:xfrm>
            <ns1:off x="7774809" y="10719414"/>
            <ns1:ext cx="1406383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문맥 포함 로짓</ns1:t>
            </ns1:r>
          </ns1:p>
        </ns0:txBody>
      </ns0:sp>
      <ns0:sp>
        <ns0:nvSpPr>
          <ns0:cNvPr id="85" name="02_084">
            <ns1:extLst>
              <ns1:ext uri="{FF2B5EF4-FFF2-40B4-BE49-F238E27FC236}">
                <ns2:creationId id="{2AAF836E-1127-4ED9-BFB9-309E6662D5A5}"/>
              </ns1:ext>
            </ns1:extLst>
          </ns0:cNvPr>
          <ns0:cNvSpPr>
            <ns1:spLocks noGrp="1"/>
          </ns0:cNvSpPr>
          <ns0:nvPr/>
        </ns0:nvSpPr>
        <ns0:spPr>
          <ns1:xfrm>
            <ns1:off x="7524000" y="11196000"/>
            <ns1:ext cx="1908000" cy="432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86" name="02_085">
            <ns1:extLst>
              <ns1:ext uri="{FF2B5EF4-FFF2-40B4-BE49-F238E27FC236}">
                <ns2:creationId id="{63ED5155-778D-44A6-B46E-9228F708870E}"/>
              </ns1:ext>
            </ns1:extLst>
          </ns0:cNvPr>
          <ns0:cNvSpPr>
            <ns1:spLocks noGrp="1"/>
          </ns0:cNvSpPr>
          <ns0:nvPr/>
        </ns0:nvSpPr>
        <ns0:spPr>
          <ns1:xfrm>
            <ns1:off x="7773923" y="11293255"/>
            <ns1:ext cx="1408155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문맥 제외 로짓</ns1:t>
            </ns1:r>
          </ns1:p>
        </ns0:txBody>
      </ns0:sp>
      <ns0:sp>
        <ns0:nvSpPr>
          <ns0:cNvPr id="87" name="02_086">
            <ns1:extLst>
              <ns1:ext uri="{FF2B5EF4-FFF2-40B4-BE49-F238E27FC236}">
                <ns2:creationId id="{BB803331-0161-40DC-809F-9F2F1DC6F0FF}"/>
              </ns1:ext>
            </ns1:extLst>
          </ns0:cNvPr>
          <ns0:cNvSpPr>
            <ns1:spLocks noGrp="1"/>
          </ns0:cNvSpPr>
          <ns0:nvPr/>
        </ns0:nvSpPr>
        <ns0:spPr>
          <ns1:xfrm>
            <ns1:off x="10296000" y="10656000"/>
            <ns1:ext cx="2340000" cy="936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188D78"/>
            </ns1:solidFill>
          </ns1:ln>
        </ns0:spPr>
      </ns0:sp>
      <ns0:sp>
        <ns0:nvSpPr>
          <ns0:cNvPr id="88" name="02_087">
            <ns1:extLst>
              <ns1:ext uri="{FF2B5EF4-FFF2-40B4-BE49-F238E27FC236}">
                <ns2:creationId id="{68447974-D1CC-464E-9DF5-69D0C57F68D5}"/>
              </ns1:ext>
            </ns1:extLst>
          </ns0:cNvPr>
          <ns0:cNvSpPr>
            <ns1:spLocks noGrp="1"/>
          </ns0:cNvSpPr>
          <ns0:nvPr/>
        </ns0:nvSpPr>
        <ns0:spPr>
          <ns1:xfrm>
            <ns1:off x="11065966" y="10901496"/>
            <ns1:ext cx="800067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CAD [3]</ns1:t>
            </ns1:r>
          </ns1:p>
        </ns0:txBody>
      </ns0:sp>
      <ns0:sp>
        <ns0:nvSpPr>
          <ns0:cNvPr id="89" name="02_088">
            <ns1:extLst>
              <ns1:ext uri="{FF2B5EF4-FFF2-40B4-BE49-F238E27FC236}">
                <ns2:creationId id="{2E5F4736-AED0-4D24-A47A-B1AFE4D5D798}"/>
              </ns1:ext>
            </ns1:extLst>
          </ns0:cNvPr>
          <ns0:cNvSpPr>
            <ns1:spLocks noGrp="1"/>
          </ns0:cNvSpPr>
          <ns0:nvPr/>
        </ns0:nvSpPr>
        <ns0:spPr>
          <ns1:xfrm>
            <ns1:off x="10520958" y="11121968"/>
            <ns1:ext cx="1890085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두 로짓 가중 결합</ns1:t>
            </ns1:r>
          </ns1:p>
        </ns0:txBody>
      </ns0:sp>
      <ns0:sp>
        <ns0:nvSpPr>
          <ns0:cNvPr id="90" name="02_089">
            <ns1:extLst>
              <ns1:ext uri="{FF2B5EF4-FFF2-40B4-BE49-F238E27FC236}">
                <ns2:creationId id="{877490C2-BB42-4F50-A0CF-C801CED738EA}"/>
              </ns1:ext>
            </ns1:extLst>
          </ns0:cNvPr>
          <ns0:cNvSpPr>
            <ns1:spLocks noGrp="1"/>
          </ns0:cNvSpPr>
          <ns0:nvPr/>
        </ns0:nvSpPr>
        <ns0:spPr>
          <ns1:xfrm>
            <ns1:off x="13464000" y="10656000"/>
            <ns1:ext cx="2340000" cy="936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27837"/>
            </ns1:solidFill>
          </ns1:ln>
        </ns0:spPr>
      </ns0:sp>
      <ns0:sp>
        <ns0:nvSpPr>
          <ns0:cNvPr id="91" name="02_090">
            <ns1:extLst>
              <ns1:ext uri="{FF2B5EF4-FFF2-40B4-BE49-F238E27FC236}">
                <ns2:creationId id="{EDADCC05-5F6A-44E3-94A3-5A552AF3E483}"/>
              </ns1:ext>
            </ns1:extLst>
          </ns0:cNvPr>
          <ns0:cNvSpPr>
            <ns1:spLocks noGrp="1"/>
          </ns0:cNvSpPr>
          <ns0:nvPr/>
        </ns0:nvSpPr>
        <ns0:spPr>
          <ns1:xfrm>
            <ns1:off x="14247957" y="10901496"/>
            <ns1:ext cx="772087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SCD [4]</ns1:t>
            </ns1:r>
          </ns1:p>
        </ns0:txBody>
      </ns0:sp>
      <ns0:sp>
        <ns0:nvSpPr>
          <ns0:cNvPr id="92" name="02_091">
            <ns1:extLst>
              <ns1:ext uri="{FF2B5EF4-FFF2-40B4-BE49-F238E27FC236}">
                <ns2:creationId id="{43267F65-223C-4C77-918A-41180DCA6408}"/>
              </ns1:ext>
            </ns1:extLst>
          </ns0:cNvPr>
          <ns0:cNvSpPr>
            <ns1:spLocks noGrp="1"/>
          </ns0:cNvSpPr>
          <ns0:nvPr/>
        </ns0:nvSpPr>
        <ns0:spPr>
          <ns1:xfrm>
            <ns1:off x="13591873" y="11121968"/>
            <ns1:ext cx="2084255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언어별 로짓 조정</ns1:t>
            </ns1:r>
          </ns1:p>
        </ns0:txBody>
      </ns0:sp>
      <ns0:sp>
        <ns0:nvSpPr>
          <ns0:cNvPr id="93" name="02_092">
            <ns1:extLst>
              <ns1:ext uri="{FF2B5EF4-FFF2-40B4-BE49-F238E27FC236}">
                <ns2:creationId id="{808B768B-DCE6-4EE7-AC92-B4909AF9AD8A}"/>
              </ns1:ext>
            </ns1:extLst>
          </ns0:cNvPr>
          <ns0:cNvSpPr>
            <ns1:spLocks noGrp="1"/>
          </ns0:cNvSpPr>
          <ns0:nvPr/>
        </ns0:nvSpPr>
        <ns0:spPr>
          <ns1:xfrm>
            <ns1:off x="16560000" y="10656000"/>
            <ns1:ext cx="1692000" cy="936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94" name="02_093">
            <ns1:extLst>
              <ns1:ext uri="{FF2B5EF4-FFF2-40B4-BE49-F238E27FC236}">
                <ns2:creationId id="{CE1ACBFF-48B4-4265-A938-59C4A0313D83}"/>
              </ns1:ext>
            </ns1:extLst>
          </ns0:cNvPr>
          <ns0:cNvSpPr>
            <ns1:spLocks noGrp="1"/>
          </ns0:cNvSpPr>
          <ns0:nvPr/>
        </ns0:nvSpPr>
        <ns0:spPr>
          <ns1:xfrm>
            <ns1:off x="16942548" y="10903274"/>
            <ns1:ext cx="926904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토큰 선택</ns1:t>
            </ns1:r>
          </ns1:p>
        </ns0:txBody>
      </ns0:sp>
      <ns0:sp>
        <ns0:nvSpPr>
          <ns0:cNvPr id="95" name="02_094">
            <ns1:extLst>
              <ns1:ext uri="{FF2B5EF4-FFF2-40B4-BE49-F238E27FC236}">
                <ns2:creationId id="{069FED25-EC5C-4433-9F2D-22E4A30EAEB1}"/>
              </ns1:ext>
            </ns1:extLst>
          </ns0:cNvPr>
          <ns0:cNvSpPr>
            <ns1:spLocks noGrp="1"/>
          </ns0:cNvSpPr>
          <ns0:nvPr/>
        </ns0:nvSpPr>
        <ns0:spPr>
          <ns1:xfrm>
            <ns1:off x="17045289" y="11115872"/>
            <ns1:ext cx="721422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argmax</ns1:t>
            </ns1:r>
          </ns1:p>
        </ns0:txBody>
      </ns0:sp>
      <ns0:sp>
        <ns0:nvSpPr>
          <ns0:cNvPr id="96" name="02_095">
            <ns1:extLst>
              <ns1:ext uri="{FF2B5EF4-FFF2-40B4-BE49-F238E27FC236}">
                <ns2:creationId id="{C023774A-6C88-4B77-9F9F-458A93B7B480}"/>
              </ns1:ext>
            </ns1:extLst>
          </ns0:cNvPr>
          <ns0:cNvSpPr>
            <ns1:spLocks noGrp="1"/>
          </ns0:cNvSpPr>
          <ns0:nvPr/>
        </ns0:nvSpPr>
        <ns0:spPr>
          <ns1:xfrm>
            <ns1:off x="18936000" y="10656000"/>
            <ns1:ext cx="1512000" cy="936000"/>
          </ns1:xfrm>
          <ns1:prstGeom prst="rect">
            <ns1:avLst/>
          </ns1:prstGeom>
          <ns1:solidFill>
            <ns1:srgbClr val="FFFFFF"/>
          </ns1:solidFill>
          <ns1:ln w="19800">
            <ns1:solidFill>
              <ns1:srgbClr val="D8D0E0"/>
            </ns1:solidFill>
          </ns1:ln>
        </ns0:spPr>
      </ns0:sp>
      <ns0:sp>
        <ns0:nvSpPr>
          <ns0:cNvPr id="97" name="02_096">
            <ns1:extLst>
              <ns1:ext uri="{FF2B5EF4-FFF2-40B4-BE49-F238E27FC236}">
                <ns2:creationId id="{4FF15DA5-5ADA-4DDD-AC09-E2A8DCA67E66}"/>
              </ns1:ext>
            </ns1:extLst>
          </ns0:cNvPr>
          <ns0:cNvSpPr>
            <ns1:spLocks noGrp="1"/>
          </ns0:cNvSpPr>
          <ns0:nvPr/>
        </ns0:nvSpPr>
        <ns0:spPr>
          <ns1:xfrm>
            <ns1:off x="19228548" y="11009573"/>
            <ns1:ext cx="926904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ctr">
              <ns1:lnSpc>
                <ns1:spcPct val="100000"/>
              </ns1:lnSpc>
            </ns1:pPr>
            <ns1:r>
              <ns1:rPr sz="16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생성 답변</ns1:t>
            </ns1:r>
          </ns1:p>
        </ns0:txBody>
      </ns0:sp>
      <ns0:sp>
        <ns0:nvSpPr>
          <ns0:cNvPr id="98" name="02_097">
            <ns1:extLst>
              <ns1:ext uri="{FF2B5EF4-FFF2-40B4-BE49-F238E27FC236}">
                <ns2:creationId id="{26572260-E4E6-4349-A3AD-59F96CB30506}"/>
              </ns1:ext>
            </ns1:extLst>
          </ns0:cNvPr>
          <ns0:cNvSpPr>
            <ns1:spLocks noGrp="1"/>
          </ns0:cNvSpPr>
          <ns0:nvPr/>
        </ns0:nvSpPr>
        <ns0:spPr>
          <ns1:xfrm>
            <ns1:off x="2844000" y="11124000"/>
            <ns1:ext cx="720000" cy="36"/>
          </ns1:xfrm>
          <ns1:custGeom>
            <ns1:pathLst>
              <ns1:path w="720000" h="36">
                <ns1:moveTo>
                  <ns1:pt x="0" y="0"/>
                </ns1:moveTo>
                <ns1:lnTo>
                  <ns1:pt x="720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99" name="02_098">
            <ns1:extLst>
              <ns1:ext uri="{FF2B5EF4-FFF2-40B4-BE49-F238E27FC236}">
                <ns2:creationId id="{0EF3791B-787A-4F00-86AC-2EEE38FC692E}"/>
              </ns1:ext>
            </ns1:extLst>
          </ns0:cNvPr>
          <ns0:cNvSpPr>
            <ns1:spLocks noGrp="1"/>
          </ns0:cNvSpPr>
          <ns0:nvPr/>
        </ns0:nvSpPr>
        <ns0:spPr>
          <ns1:xfrm>
            <ns1:off x="3496480" y="11124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00" name="02_099">
            <ns1:extLst>
              <ns1:ext uri="{FF2B5EF4-FFF2-40B4-BE49-F238E27FC236}">
                <ns2:creationId id="{64CD32E7-E182-4B97-B0A4-05F048CB10D3}"/>
              </ns1:ext>
            </ns1:extLst>
          </ns0:cNvPr>
          <ns0:cNvSpPr>
            <ns1:spLocks noGrp="1"/>
          </ns0:cNvSpPr>
          <ns0:nvPr/>
        </ns0:nvSpPr>
        <ns0:spPr>
          <ns1:xfrm>
            <ns1:off x="3496480" y="11082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01" name="02_100">
            <ns1:extLst>
              <ns1:ext uri="{FF2B5EF4-FFF2-40B4-BE49-F238E27FC236}">
                <ns2:creationId id="{1A262A78-2477-4765-9C67-2264A51743CA}"/>
              </ns1:ext>
            </ns1:extLst>
          </ns0:cNvPr>
          <ns0:cNvSpPr>
            <ns1:spLocks noGrp="1"/>
          </ns0:cNvSpPr>
          <ns0:nvPr/>
        </ns0:nvSpPr>
        <ns0:spPr>
          <ns1:xfrm>
            <ns1:off x="6804000" y="10836000"/>
            <ns1:ext cx="720000" cy="36000"/>
          </ns1:xfrm>
          <ns1:custGeom>
            <ns1:pathLst>
              <ns1:path w="720000" h="36000">
                <ns1:moveTo>
                  <ns1:pt x="0" y="36000"/>
                </ns1:moveTo>
                <ns1:lnTo>
                  <ns1:pt x="720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02" name="02_101">
            <ns1:extLst>
              <ns1:ext uri="{FF2B5EF4-FFF2-40B4-BE49-F238E27FC236}">
                <ns2:creationId id="{D43BD228-D44C-4B9F-9040-05D9A420B7E0}"/>
              </ns1:ext>
            </ns1:extLst>
          </ns0:cNvPr>
          <ns0:cNvSpPr>
            <ns1:spLocks noGrp="1"/>
          </ns0:cNvSpPr>
          <ns0:nvPr/>
        </ns0:nvSpPr>
        <ns0:spPr>
          <ns1:xfrm>
            <ns1:off x="7458632" y="10836000"/>
            <ns1:ext cx="65368" cy="44717"/>
          </ns1:xfrm>
          <ns1:custGeom>
            <ns1:pathLst>
              <ns1:path w="65368" h="44717">
                <ns1:moveTo>
                  <ns1:pt x="65368" y="0"/>
                </ns1:moveTo>
                <ns1:lnTo>
                  <ns1:pt x="0" y="4471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03" name="02_102">
            <ns1:extLst>
              <ns1:ext uri="{FF2B5EF4-FFF2-40B4-BE49-F238E27FC236}">
                <ns2:creationId id="{992BF80A-6BC5-4EB8-A6DF-544D4A57219B}"/>
              </ns1:ext>
            </ns1:extLst>
          </ns0:cNvPr>
          <ns0:cNvSpPr>
            <ns1:spLocks noGrp="1"/>
          </ns0:cNvSpPr>
          <ns0:nvPr/>
        </ns0:nvSpPr>
        <ns0:spPr>
          <ns1:xfrm>
            <ns1:off x="7454497" y="10798027"/>
            <ns1:ext cx="69503" cy="37973"/>
          </ns1:xfrm>
          <ns1:custGeom>
            <ns1:pathLst>
              <ns1:path w="69503" h="37973">
                <ns1:moveTo>
                  <ns1:pt x="69503" y="37973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04" name="02_103">
            <ns1:extLst>
              <ns1:ext uri="{FF2B5EF4-FFF2-40B4-BE49-F238E27FC236}">
                <ns2:creationId id="{9B59B890-9701-4835-A2B0-E918C39314AC}"/>
              </ns1:ext>
            </ns1:extLst>
          </ns0:cNvPr>
          <ns0:cNvSpPr>
            <ns1:spLocks noGrp="1"/>
          </ns0:cNvSpPr>
          <ns0:nvPr/>
        </ns0:nvSpPr>
        <ns0:spPr>
          <ns1:xfrm>
            <ns1:off x="6804000" y="11376000"/>
            <ns1:ext cx="720000" cy="36000"/>
          </ns1:xfrm>
          <ns1:custGeom>
            <ns1:pathLst>
              <ns1:path w="720000" h="36000">
                <ns1:moveTo>
                  <ns1:pt x="0" y="0"/>
                </ns1:moveTo>
                <ns1:lnTo>
                  <ns1:pt x="720000" y="3600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05" name="02_104">
            <ns1:extLst>
              <ns1:ext uri="{FF2B5EF4-FFF2-40B4-BE49-F238E27FC236}">
                <ns2:creationId id="{7EB78EBE-8C43-4DF1-9733-B2271B5717F5}"/>
              </ns1:ext>
            </ns1:extLst>
          </ns0:cNvPr>
          <ns0:cNvSpPr>
            <ns1:spLocks noGrp="1"/>
          </ns0:cNvSpPr>
          <ns0:nvPr/>
        </ns0:nvSpPr>
        <ns0:spPr>
          <ns1:xfrm>
            <ns1:off x="7454497" y="11412000"/>
            <ns1:ext cx="69503" cy="37973"/>
          </ns1:xfrm>
          <ns1:custGeom>
            <ns1:pathLst>
              <ns1:path w="69503" h="37973">
                <ns1:moveTo>
                  <ns1:pt x="69503" y="0"/>
                </ns1:moveTo>
                <ns1:lnTo>
                  <ns1:pt x="0" y="37973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06" name="02_105">
            <ns1:extLst>
              <ns1:ext uri="{FF2B5EF4-FFF2-40B4-BE49-F238E27FC236}">
                <ns2:creationId id="{2E308F18-5374-48FA-B574-AF8F90328323}"/>
              </ns1:ext>
            </ns1:extLst>
          </ns0:cNvPr>
          <ns0:cNvSpPr>
            <ns1:spLocks noGrp="1"/>
          </ns0:cNvSpPr>
          <ns0:nvPr/>
        </ns0:nvSpPr>
        <ns0:spPr>
          <ns1:xfrm>
            <ns1:off x="7458632" y="11367283"/>
            <ns1:ext cx="65368" cy="44717"/>
          </ns1:xfrm>
          <ns1:custGeom>
            <ns1:pathLst>
              <ns1:path w="65368" h="44717">
                <ns1:moveTo>
                  <ns1:pt x="65368" y="4471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07" name="02_106">
            <ns1:extLst>
              <ns1:ext uri="{FF2B5EF4-FFF2-40B4-BE49-F238E27FC236}">
                <ns2:creationId id="{B43CC2BD-0CAD-483C-BF97-FA02885DC9F5}"/>
              </ns1:ext>
            </ns1:extLst>
          </ns0:cNvPr>
          <ns0:cNvSpPr>
            <ns1:spLocks noGrp="1"/>
          </ns0:cNvSpPr>
          <ns0:nvPr/>
        </ns0:nvSpPr>
        <ns0:spPr>
          <ns1:xfrm>
            <ns1:off x="9432000" y="10836000"/>
            <ns1:ext cx="864000" cy="72000"/>
          </ns1:xfrm>
          <ns1:custGeom>
            <ns1:pathLst>
              <ns1:path w="864000" h="72000">
                <ns1:moveTo>
                  <ns1:pt x="0" y="0"/>
                </ns1:moveTo>
                <ns1:lnTo>
                  <ns1:pt x="864000" y="72000"/>
                </ns1:lnTo>
              </ns1:path>
            </ns1:pathLst>
          </ns1:custGeom>
          <ns1:noFill/>
          <ns1:ln w="23400">
            <ns1:solidFill>
              <ns1:srgbClr val="188D78"/>
            </ns1:solidFill>
            <ns1:prstDash val="solid"/>
          </ns1:ln>
        </ns0:spPr>
      </ns0:sp>
      <ns0:sp>
        <ns0:nvSpPr>
          <ns0:cNvPr id="108" name="02_107">
            <ns1:extLst>
              <ns1:ext uri="{FF2B5EF4-FFF2-40B4-BE49-F238E27FC236}">
                <ns2:creationId id="{30AFA8E3-BF92-48B4-840B-F50474F515B5}"/>
              </ns1:ext>
            </ns1:extLst>
          </ns0:cNvPr>
          <ns0:cNvSpPr>
            <ns1:spLocks noGrp="1"/>
          </ns0:cNvSpPr>
          <ns0:nvPr/>
        </ns0:nvSpPr>
        <ns0:spPr>
          <ns1:xfrm>
            <ns1:off x="10225275" y="10908000"/>
            <ns1:ext cx="70725" cy="35647"/>
          </ns1:xfrm>
          <ns1:custGeom>
            <ns1:pathLst>
              <ns1:path w="70725" h="35647">
                <ns1:moveTo>
                  <ns1:pt x="70725" y="0"/>
                </ns1:moveTo>
                <ns1:lnTo>
                  <ns1:pt x="0" y="35647"/>
                </ns1:lnTo>
              </ns1:path>
            </ns1:pathLst>
          </ns1:custGeom>
          <ns1:noFill/>
          <ns1:ln w="23400">
            <ns1:solidFill>
              <ns1:srgbClr val="188D78"/>
            </ns1:solidFill>
            <ns1:prstDash val="solid"/>
          </ns1:ln>
        </ns0:spPr>
      </ns0:sp>
      <ns0:sp>
        <ns0:nvSpPr>
          <ns0:cNvPr id="109" name="02_108">
            <ns1:extLst>
              <ns1:ext uri="{FF2B5EF4-FFF2-40B4-BE49-F238E27FC236}">
                <ns2:creationId id="{F1BF60E6-AB1B-4772-A018-C84964D3C932}"/>
              </ns1:ext>
            </ns1:extLst>
          </ns0:cNvPr>
          <ns0:cNvSpPr>
            <ns1:spLocks noGrp="1"/>
          </ns0:cNvSpPr>
          <ns0:nvPr/>
        </ns0:nvSpPr>
        <ns0:spPr>
          <ns1:xfrm>
            <ns1:off x="10232151" y="10861139"/>
            <ns1:ext cx="63849" cy="46861"/>
          </ns1:xfrm>
          <ns1:custGeom>
            <ns1:pathLst>
              <ns1:path w="63849" h="46861">
                <ns1:moveTo>
                  <ns1:pt x="63849" y="46861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188D78"/>
            </ns1:solidFill>
            <ns1:prstDash val="solid"/>
          </ns1:ln>
        </ns0:spPr>
      </ns0:sp>
      <ns0:sp>
        <ns0:nvSpPr>
          <ns0:cNvPr id="110" name="02_109">
            <ns1:extLst>
              <ns1:ext uri="{FF2B5EF4-FFF2-40B4-BE49-F238E27FC236}">
                <ns2:creationId id="{B95725AB-6130-466A-AE9D-E42FD882AF7D}"/>
              </ns1:ext>
            </ns1:extLst>
          </ns0:cNvPr>
          <ns0:cNvSpPr>
            <ns1:spLocks noGrp="1"/>
          </ns0:cNvSpPr>
          <ns0:nvPr/>
        </ns0:nvSpPr>
        <ns0:spPr>
          <ns1:xfrm>
            <ns1:off x="9432000" y="11340000"/>
            <ns1:ext cx="864000" cy="72000"/>
          </ns1:xfrm>
          <ns1:custGeom>
            <ns1:pathLst>
              <ns1:path w="864000" h="72000">
                <ns1:moveTo>
                  <ns1:pt x="0" y="72000"/>
                </ns1:moveTo>
                <ns1:lnTo>
                  <ns1:pt x="864000" y="0"/>
                </ns1:lnTo>
              </ns1:path>
            </ns1:pathLst>
          </ns1:custGeom>
          <ns1:noFill/>
          <ns1:ln w="23400">
            <ns1:solidFill>
              <ns1:srgbClr val="188D78"/>
            </ns1:solidFill>
            <ns1:prstDash val="solid"/>
          </ns1:ln>
        </ns0:spPr>
      </ns0:sp>
      <ns0:sp>
        <ns0:nvSpPr>
          <ns0:cNvPr id="111" name="02_110">
            <ns1:extLst>
              <ns1:ext uri="{FF2B5EF4-FFF2-40B4-BE49-F238E27FC236}">
                <ns2:creationId id="{F42BBD26-056E-4569-9E9C-B853ACCF3BA0}"/>
              </ns1:ext>
            </ns1:extLst>
          </ns0:cNvPr>
          <ns0:cNvSpPr>
            <ns1:spLocks noGrp="1"/>
          </ns0:cNvSpPr>
          <ns0:nvPr/>
        </ns0:nvSpPr>
        <ns0:spPr>
          <ns1:xfrm>
            <ns1:off x="10232151" y="11340000"/>
            <ns1:ext cx="63849" cy="46861"/>
          </ns1:xfrm>
          <ns1:custGeom>
            <ns1:pathLst>
              <ns1:path w="63849" h="46861">
                <ns1:moveTo>
                  <ns1:pt x="63849" y="0"/>
                </ns1:moveTo>
                <ns1:lnTo>
                  <ns1:pt x="0" y="46861"/>
                </ns1:lnTo>
              </ns1:path>
            </ns1:pathLst>
          </ns1:custGeom>
          <ns1:noFill/>
          <ns1:ln w="23400">
            <ns1:solidFill>
              <ns1:srgbClr val="188D78"/>
            </ns1:solidFill>
            <ns1:prstDash val="solid"/>
          </ns1:ln>
        </ns0:spPr>
      </ns0:sp>
      <ns0:sp>
        <ns0:nvSpPr>
          <ns0:cNvPr id="112" name="02_111">
            <ns1:extLst>
              <ns1:ext uri="{FF2B5EF4-FFF2-40B4-BE49-F238E27FC236}">
                <ns2:creationId id="{C8D292AF-E469-42E9-9074-5EE9BA754B05}"/>
              </ns1:ext>
            </ns1:extLst>
          </ns0:cNvPr>
          <ns0:cNvSpPr>
            <ns1:spLocks noGrp="1"/>
          </ns0:cNvSpPr>
          <ns0:nvPr/>
        </ns0:nvSpPr>
        <ns0:spPr>
          <ns1:xfrm>
            <ns1:off x="10225275" y="11304353"/>
            <ns1:ext cx="70725" cy="35647"/>
          </ns1:xfrm>
          <ns1:custGeom>
            <ns1:pathLst>
              <ns1:path w="70725" h="35647">
                <ns1:moveTo>
                  <ns1:pt x="70725" y="3564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188D78"/>
            </ns1:solidFill>
            <ns1:prstDash val="solid"/>
          </ns1:ln>
        </ns0:spPr>
      </ns0:sp>
      <ns0:sp>
        <ns0:nvSpPr>
          <ns0:cNvPr id="113" name="02_112">
            <ns1:extLst>
              <ns1:ext uri="{FF2B5EF4-FFF2-40B4-BE49-F238E27FC236}">
                <ns2:creationId id="{EBF141E9-B89E-4590-A93E-031FE4664E03}"/>
              </ns1:ext>
            </ns1:extLst>
          </ns0:cNvPr>
          <ns0:cNvSpPr>
            <ns1:spLocks noGrp="1"/>
          </ns0:cNvSpPr>
          <ns0:nvPr/>
        </ns0:nvSpPr>
        <ns0:spPr>
          <ns1:xfrm>
            <ns1:off x="12636000" y="11124000"/>
            <ns1:ext cx="828000" cy="36"/>
          </ns1:xfrm>
          <ns1:custGeom>
            <ns1:pathLst>
              <ns1:path w="828000" h="36">
                <ns1:moveTo>
                  <ns1:pt x="0" y="0"/>
                </ns1:moveTo>
                <ns1:lnTo>
                  <ns1:pt x="828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14" name="02_113">
            <ns1:extLst>
              <ns1:ext uri="{FF2B5EF4-FFF2-40B4-BE49-F238E27FC236}">
                <ns2:creationId id="{59F378BA-984E-4FA0-AAAD-B24B7DEE7E00}"/>
              </ns1:ext>
            </ns1:extLst>
          </ns0:cNvPr>
          <ns0:cNvSpPr>
            <ns1:spLocks noGrp="1"/>
          </ns0:cNvSpPr>
          <ns0:nvPr/>
        </ns0:nvSpPr>
        <ns0:spPr>
          <ns1:xfrm>
            <ns1:off x="13396480" y="11124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15" name="02_114">
            <ns1:extLst>
              <ns1:ext uri="{FF2B5EF4-FFF2-40B4-BE49-F238E27FC236}">
                <ns2:creationId id="{E49B6C9E-F5CB-4BF0-B413-878138BF94D3}"/>
              </ns1:ext>
            </ns1:extLst>
          </ns0:cNvPr>
          <ns0:cNvSpPr>
            <ns1:spLocks noGrp="1"/>
          </ns0:cNvSpPr>
          <ns0:nvPr/>
        </ns0:nvSpPr>
        <ns0:spPr>
          <ns1:xfrm>
            <ns1:off x="13396480" y="11082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16" name="02_115">
            <ns1:extLst>
              <ns1:ext uri="{FF2B5EF4-FFF2-40B4-BE49-F238E27FC236}">
                <ns2:creationId id="{C874CB76-63CA-441E-AEE7-3720C19B73AF}"/>
              </ns1:ext>
            </ns1:extLst>
          </ns0:cNvPr>
          <ns0:cNvSpPr>
            <ns1:spLocks noGrp="1"/>
          </ns0:cNvSpPr>
          <ns0:nvPr/>
        </ns0:nvSpPr>
        <ns0:spPr>
          <ns1:xfrm>
            <ns1:off x="15804000" y="11124000"/>
            <ns1:ext cx="756000" cy="36"/>
          </ns1:xfrm>
          <ns1:custGeom>
            <ns1:pathLst>
              <ns1:path w="756000" h="36">
                <ns1:moveTo>
                  <ns1:pt x="0" y="0"/>
                </ns1:moveTo>
                <ns1:lnTo>
                  <ns1:pt x="756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17" name="02_116">
            <ns1:extLst>
              <ns1:ext uri="{FF2B5EF4-FFF2-40B4-BE49-F238E27FC236}">
                <ns2:creationId id="{8EAB1190-EC45-4AD8-A281-08F996EFA278}"/>
              </ns1:ext>
            </ns1:extLst>
          </ns0:cNvPr>
          <ns0:cNvSpPr>
            <ns1:spLocks noGrp="1"/>
          </ns0:cNvSpPr>
          <ns0:nvPr/>
        </ns0:nvSpPr>
        <ns0:spPr>
          <ns1:xfrm>
            <ns1:off x="16492480" y="11124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18" name="02_117">
            <ns1:extLst>
              <ns1:ext uri="{FF2B5EF4-FFF2-40B4-BE49-F238E27FC236}">
                <ns2:creationId id="{C97747F7-FA7B-4390-935A-90C9EBD63C4E}"/>
              </ns1:ext>
            </ns1:extLst>
          </ns0:cNvPr>
          <ns0:cNvSpPr>
            <ns1:spLocks noGrp="1"/>
          </ns0:cNvSpPr>
          <ns0:nvPr/>
        </ns0:nvSpPr>
        <ns0:spPr>
          <ns1:xfrm>
            <ns1:off x="16492480" y="11082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19" name="02_118">
            <ns1:extLst>
              <ns1:ext uri="{FF2B5EF4-FFF2-40B4-BE49-F238E27FC236}">
                <ns2:creationId id="{AFF560DA-8C57-40E6-97FF-AFB69EE8927D}"/>
              </ns1:ext>
            </ns1:extLst>
          </ns0:cNvPr>
          <ns0:cNvSpPr>
            <ns1:spLocks noGrp="1"/>
          </ns0:cNvSpPr>
          <ns0:nvPr/>
        </ns0:nvSpPr>
        <ns0:spPr>
          <ns1:xfrm>
            <ns1:off x="18252000" y="11124000"/>
            <ns1:ext cx="684000" cy="36"/>
          </ns1:xfrm>
          <ns1:custGeom>
            <ns1:pathLst>
              <ns1:path w="684000" h="36">
                <ns1:moveTo>
                  <ns1:pt x="0" y="0"/>
                </ns1:moveTo>
                <ns1:lnTo>
                  <ns1:pt x="68400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20" name="02_119">
            <ns1:extLst>
              <ns1:ext uri="{FF2B5EF4-FFF2-40B4-BE49-F238E27FC236}">
                <ns2:creationId id="{E86294C1-8FE4-4C12-B260-7A095464A67E}"/>
              </ns1:ext>
            </ns1:extLst>
          </ns0:cNvPr>
          <ns0:cNvSpPr>
            <ns1:spLocks noGrp="1"/>
          </ns0:cNvSpPr>
          <ns0:nvPr/>
        </ns0:nvSpPr>
        <ns0:spPr>
          <ns1:xfrm>
            <ns1:off x="18868480" y="11124000"/>
            <ns1:ext cx="67520" cy="41397"/>
          </ns1:xfrm>
          <ns1:custGeom>
            <ns1:pathLst>
              <ns1:path w="67520" h="41397">
                <ns1:moveTo>
                  <ns1:pt x="67520" y="0"/>
                </ns1:moveTo>
                <ns1:lnTo>
                  <ns1:pt x="0" y="41397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21" name="02_120">
            <ns1:extLst>
              <ns1:ext uri="{FF2B5EF4-FFF2-40B4-BE49-F238E27FC236}">
                <ns2:creationId id="{95ACBD3F-771B-4C74-BD0B-42A278CEB843}"/>
              </ns1:ext>
            </ns1:extLst>
          </ns0:cNvPr>
          <ns0:cNvSpPr>
            <ns1:spLocks noGrp="1"/>
          </ns0:cNvSpPr>
          <ns0:nvPr/>
        </ns0:nvSpPr>
        <ns0:spPr>
          <ns1:xfrm>
            <ns1:off x="18868480" y="11082603"/>
            <ns1:ext cx="67520" cy="41397"/>
          </ns1:xfrm>
          <ns1:custGeom>
            <ns1:pathLst>
              <ns1:path w="67520" h="41397">
                <ns1:moveTo>
                  <ns1:pt x="67520" y="41397"/>
                </ns1:moveTo>
                <ns1:lnTo>
                  <ns1:pt x="0" y="0"/>
                </ns1:lnTo>
              </ns1:path>
            </ns1:pathLst>
          </ns1:custGeom>
          <ns1:noFill/>
          <ns1:ln w="23400">
            <ns1:solidFill>
              <ns1:srgbClr val="596579"/>
            </ns1:solidFill>
            <ns1:prstDash val="solid"/>
          </ns1:ln>
        </ns0:spPr>
      </ns0:sp>
      <ns0:sp>
        <ns0:nvSpPr>
          <ns0:cNvPr id="122" name="02_121">
            <ns1:extLst>
              <ns1:ext uri="{FF2B5EF4-FFF2-40B4-BE49-F238E27FC236}">
                <ns2:creationId id="{6419FF24-3147-4F25-A51C-2671B09B58F8}"/>
              </ns1:ext>
            </ns1:extLst>
          </ns0:cNvPr>
          <ns0:cNvSpPr>
            <ns1:spLocks noGrp="1"/>
          </ns0:cNvSpPr>
          <ns0:nvPr/>
        </ns0:nvSpPr>
        <ns0:spPr>
          <ns1:xfrm>
            <ns1:off x="864000" y="11671280"/>
            <ns1:ext cx="19944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최종 평가와 분리한 튜닝 질의 5개로 검색 폭 선정</ns1:t>
            </ns1:r>
          </ns1:p>
        </ns0:txBody>
      </ns0:sp>
      <ns0:sp>
        <ns0:nvSpPr>
          <ns0:cNvPr id="123" name="02_122">
            <ns1:extLst>
              <ns1:ext uri="{FF2B5EF4-FFF2-40B4-BE49-F238E27FC236}">
                <ns2:creationId id="{836F34DC-92FC-4275-A287-13EF694B7511}"/>
              </ns1:ext>
            </ns1:extLst>
          </ns0:cNvPr>
          <ns0:cNvSpPr>
            <ns1:spLocks noGrp="1"/>
          </ns0:cNvSpPr>
          <ns0:nvPr/>
        </ns0:nvSpPr>
        <ns0:spPr>
          <ns1:xfrm>
            <ns1:off x="864000" y="11923280"/>
            <ns1:ext cx="19944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두 기법을 함께 적용하면 CAD(α=0.5) 계산 후 SCD 적용</ns1:t>
            </ns1:r>
          </ns1:p>
        </ns0:txBody>
      </ns0:sp>
      <ns0:sp>
        <ns0:nvSpPr>
          <ns0:cNvPr id="124" name="03_123">
            <ns1:extLst>
              <ns1:ext uri="{FF2B5EF4-FFF2-40B4-BE49-F238E27FC236}">
                <ns2:creationId id="{ACE5196A-BA11-4693-84BF-4830D3521001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12420000"/>
            <ns1:ext cx="19944000" cy="3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125" name="03_124">
            <ns1:extLst>
              <ns1:ext uri="{FF2B5EF4-FFF2-40B4-BE49-F238E27FC236}">
                <ns2:creationId id="{AC089035-3A78-4900-9AC3-44C1019AE364}"/>
              </ns1:ext>
            </ns1:extLst>
          </ns0:cNvPr>
          <ns0:cNvSpPr>
            <ns1:spLocks noGrp="1"/>
          </ns0:cNvSpPr>
          <ns0:nvPr/>
        </ns0:nvSpPr>
        <ns0:spPr>
          <ns1:xfrm>
            <ns1:off x="828000" y="12427320"/>
            <ns1:ext cx="19944000" cy="383472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24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03 RAG-Cube 실험 설계</ns1:t>
            </ns1:r>
          </ns1:p>
        </ns0:txBody>
      </ns0:sp>
      <ns0:sp>
        <ns0:nvSpPr>
          <ns0:cNvPr id="126" name="03_125">
            <ns1:extLst>
              <ns1:ext uri="{FF2B5EF4-FFF2-40B4-BE49-F238E27FC236}">
                <ns2:creationId id="{FCF07C4C-0243-4DF6-A8C3-0A146523155C}"/>
              </ns1:ext>
            </ns1:extLst>
          </ns0:cNvPr>
          <ns0:cNvSpPr>
            <ns1:spLocks noGrp="1"/>
          </ns0:cNvSpPr>
          <ns0:nvPr/>
        </ns0:nvSpPr>
        <ns0:spPr>
          <ns1:xfrm>
            <ns1:off x="3168000" y="14364000"/>
            <ns1:ext cx="3312000" cy="288000"/>
          </ns1:xfrm>
          <ns1:custGeom>
            <ns1:pathLst>
              <ns1:path w="3312000" h="288000">
                <ns1:moveTo>
                  <ns1:pt x="0" y="288000"/>
                </ns1:moveTo>
                <ns1:lnTo>
                  <ns1:pt x="3312000" y="0"/>
                </ns1:lnTo>
              </ns1:path>
            </ns1:pathLst>
          </ns1:custGeom>
          <ns1:noFill/>
          <ns1:ln w="21600">
            <ns1:solidFill>
              <ns1:srgbClr val="347DDB"/>
            </ns1:solidFill>
            <ns1:prstDash val="solid"/>
          </ns1:ln>
        </ns0:spPr>
      </ns0:sp>
      <ns0:sp>
        <ns0:nvSpPr>
          <ns0:cNvPr id="127" name="03_126">
            <ns1:extLst>
              <ns1:ext uri="{FF2B5EF4-FFF2-40B4-BE49-F238E27FC236}">
                <ns2:creationId id="{9B41F74B-A1CC-4218-BCC6-BD34769AA786}"/>
              </ns1:ext>
            </ns1:extLst>
          </ns0:cNvPr>
          <ns0:cNvSpPr>
            <ns1:spLocks noGrp="1"/>
          </ns0:cNvSpPr>
          <ns0:nvPr/>
        </ns0:nvSpPr>
        <ns0:spPr>
          <ns1:xfrm>
            <ns1:off x="1800000" y="14292000"/>
            <ns1:ext cx="1368000" cy="360000"/>
          </ns1:xfrm>
          <ns1:custGeom>
            <ns1:pathLst>
              <ns1:path w="1368000" h="360000">
                <ns1:moveTo>
                  <ns1:pt x="1368000" y="360000"/>
                </ns1:moveTo>
                <ns1:lnTo>
                  <ns1:pt x="0" y="0"/>
                </ns1:lnTo>
              </ns1:path>
            </ns1:pathLst>
          </ns1:custGeom>
          <ns1:noFill/>
          <ns1:ln w="21600">
            <ns1:solidFill>
              <ns1:srgbClr val="188D78"/>
            </ns1:solidFill>
            <ns1:prstDash val="solid"/>
          </ns1:ln>
        </ns0:spPr>
      </ns0:sp>
      <ns0:sp>
        <ns0:nvSpPr>
          <ns0:cNvPr id="128" name="03_127">
            <ns1:extLst>
              <ns1:ext uri="{FF2B5EF4-FFF2-40B4-BE49-F238E27FC236}">
                <ns2:creationId id="{F3D2285C-5D44-48D2-86BE-21C525A35A96}"/>
              </ns1:ext>
            </ns1:extLst>
          </ns0:cNvPr>
          <ns0:cNvSpPr>
            <ns1:spLocks noGrp="1"/>
          </ns0:cNvSpPr>
          <ns0:nvPr/>
        </ns0:nvSpPr>
        <ns0:spPr>
          <ns1:xfrm>
            <ns1:off x="3168000" y="13860000"/>
            <ns1:ext cx="36" cy="792000"/>
          </ns1:xfrm>
          <ns1:custGeom>
            <ns1:pathLst>
              <ns1:path w="36" h="792000">
                <ns1:moveTo>
                  <ns1:pt x="0" y="792000"/>
                </ns1:moveTo>
                <ns1:lnTo>
                  <ns1:pt x="0" y="0"/>
                </ns1:lnTo>
              </ns1:path>
            </ns1:pathLst>
          </ns1:custGeom>
          <ns1:noFill/>
          <ns1:ln w="21600">
            <ns1:solidFill>
              <ns1:srgbClr val="D27837"/>
            </ns1:solidFill>
            <ns1:prstDash val="solid"/>
          </ns1:ln>
        </ns0:spPr>
      </ns0:sp>
      <ns0:sp>
        <ns0:nvSpPr>
          <ns0:cNvPr id="129" name="03_128">
            <ns1:extLst>
              <ns1:ext uri="{FF2B5EF4-FFF2-40B4-BE49-F238E27FC236}">
                <ns2:creationId id="{B7EA2C4A-E04F-476B-AC02-0E0C31EF697A}"/>
              </ns1:ext>
            </ns1:extLst>
          </ns0:cNvPr>
          <ns0:cNvSpPr>
            <ns1:spLocks noGrp="1"/>
          </ns0:cNvSpPr>
          <ns0:nvPr/>
        </ns0:nvSpPr>
        <ns0:spPr>
          <ns1:xfrm>
            <ns1:off x="3168000" y="13572000"/>
            <ns1:ext cx="3312000" cy="288000"/>
          </ns1:xfrm>
          <ns1:custGeom>
            <ns1:pathLst>
              <ns1:path w="3312000" h="288000">
                <ns1:moveTo>
                  <ns1:pt x="0" y="288000"/>
                </ns1:moveTo>
                <ns1:lnTo>
                  <ns1:pt x="3312000" y="0"/>
                </ns1:lnTo>
              </ns1:path>
            </ns1:pathLst>
          </ns1:custGeom>
          <ns1:noFill/>
          <ns1:ln w="21600">
            <ns1:solidFill>
              <ns1:srgbClr val="347DDB"/>
            </ns1:solidFill>
            <ns1:prstDash val="solid"/>
          </ns1:ln>
        </ns0:spPr>
      </ns0:sp>
      <ns0:sp>
        <ns0:nvSpPr>
          <ns0:cNvPr id="130" name="03_129">
            <ns1:extLst>
              <ns1:ext uri="{FF2B5EF4-FFF2-40B4-BE49-F238E27FC236}">
                <ns2:creationId id="{C794D17D-1FCD-479F-8EC7-04F1EF5B25CF}"/>
              </ns1:ext>
            </ns1:extLst>
          </ns0:cNvPr>
          <ns0:cNvSpPr>
            <ns1:spLocks noGrp="1"/>
          </ns0:cNvSpPr>
          <ns0:nvPr/>
        </ns0:nvSpPr>
        <ns0:spPr>
          <ns1:xfrm>
            <ns1:off x="1800000" y="13500000"/>
            <ns1:ext cx="1368000" cy="360000"/>
          </ns1:xfrm>
          <ns1:custGeom>
            <ns1:pathLst>
              <ns1:path w="1368000" h="360000">
                <ns1:moveTo>
                  <ns1:pt x="1368000" y="360000"/>
                </ns1:moveTo>
                <ns1:lnTo>
                  <ns1:pt x="0" y="0"/>
                </ns1:lnTo>
              </ns1:path>
            </ns1:pathLst>
          </ns1:custGeom>
          <ns1:noFill/>
          <ns1:ln w="21600">
            <ns1:solidFill>
              <ns1:srgbClr val="188D78"/>
            </ns1:solidFill>
            <ns1:prstDash val="solid"/>
          </ns1:ln>
        </ns0:spPr>
      </ns0:sp>
      <ns0:sp>
        <ns0:nvSpPr>
          <ns0:cNvPr id="131" name="03_130">
            <ns1:extLst>
              <ns1:ext uri="{FF2B5EF4-FFF2-40B4-BE49-F238E27FC236}">
                <ns2:creationId id="{C889EBD1-1AE4-4788-A411-2C4A240FFE5C}"/>
              </ns1:ext>
            </ns1:extLst>
          </ns0:cNvPr>
          <ns0:cNvSpPr>
            <ns1:spLocks noGrp="1"/>
          </ns0:cNvSpPr>
          <ns0:nvPr/>
        </ns0:nvSpPr>
        <ns0:spPr>
          <ns1:xfrm>
            <ns1:off x="1800000" y="14004000"/>
            <ns1:ext cx="3312000" cy="288000"/>
          </ns1:xfrm>
          <ns1:custGeom>
            <ns1:pathLst>
              <ns1:path w="3312000" h="288000">
                <ns1:moveTo>
                  <ns1:pt x="0" y="288000"/>
                </ns1:moveTo>
                <ns1:lnTo>
                  <ns1:pt x="3312000" y="0"/>
                </ns1:lnTo>
              </ns1:path>
            </ns1:pathLst>
          </ns1:custGeom>
          <ns1:noFill/>
          <ns1:ln w="21600">
            <ns1:solidFill>
              <ns1:srgbClr val="347DDB"/>
            </ns1:solidFill>
            <ns1:prstDash val="solid"/>
          </ns1:ln>
        </ns0:spPr>
      </ns0:sp>
      <ns0:sp>
        <ns0:nvSpPr>
          <ns0:cNvPr id="132" name="03_131">
            <ns1:extLst>
              <ns1:ext uri="{FF2B5EF4-FFF2-40B4-BE49-F238E27FC236}">
                <ns2:creationId id="{41D6F776-917D-4D1B-B340-E35C04479794}"/>
              </ns1:ext>
            </ns1:extLst>
          </ns0:cNvPr>
          <ns0:cNvSpPr>
            <ns1:spLocks noGrp="1"/>
          </ns0:cNvSpPr>
          <ns0:nvPr/>
        </ns0:nvSpPr>
        <ns0:spPr>
          <ns1:xfrm>
            <ns1:off x="1800000" y="13500000"/>
            <ns1:ext cx="36" cy="792000"/>
          </ns1:xfrm>
          <ns1:custGeom>
            <ns1:pathLst>
              <ns1:path w="36" h="792000">
                <ns1:moveTo>
                  <ns1:pt x="0" y="792000"/>
                </ns1:moveTo>
                <ns1:lnTo>
                  <ns1:pt x="0" y="0"/>
                </ns1:lnTo>
              </ns1:path>
            </ns1:pathLst>
          </ns1:custGeom>
          <ns1:noFill/>
          <ns1:ln w="21600">
            <ns1:solidFill>
              <ns1:srgbClr val="D27837"/>
            </ns1:solidFill>
            <ns1:prstDash val="solid"/>
          </ns1:ln>
        </ns0:spPr>
      </ns0:sp>
      <ns0:sp>
        <ns0:nvSpPr>
          <ns0:cNvPr id="133" name="03_132">
            <ns1:extLst>
              <ns1:ext uri="{FF2B5EF4-FFF2-40B4-BE49-F238E27FC236}">
                <ns2:creationId id="{6A2E9CD7-A8A7-4A0B-B957-3C84E066387B}"/>
              </ns1:ext>
            </ns1:extLst>
          </ns0:cNvPr>
          <ns0:cNvSpPr>
            <ns1:spLocks noGrp="1"/>
          </ns0:cNvSpPr>
          <ns0:nvPr/>
        </ns0:nvSpPr>
        <ns0:spPr>
          <ns1:xfrm>
            <ns1:off x="1800000" y="13212000"/>
            <ns1:ext cx="3312000" cy="288000"/>
          </ns1:xfrm>
          <ns1:custGeom>
            <ns1:pathLst>
              <ns1:path w="3312000" h="288000">
                <ns1:moveTo>
                  <ns1:pt x="0" y="288000"/>
                </ns1:moveTo>
                <ns1:lnTo>
                  <ns1:pt x="3312000" y="0"/>
                </ns1:lnTo>
              </ns1:path>
            </ns1:pathLst>
          </ns1:custGeom>
          <ns1:noFill/>
          <ns1:ln w="21600">
            <ns1:solidFill>
              <ns1:srgbClr val="347DDB"/>
            </ns1:solidFill>
            <ns1:prstDash val="solid"/>
          </ns1:ln>
        </ns0:spPr>
      </ns0:sp>
      <ns0:sp>
        <ns0:nvSpPr>
          <ns0:cNvPr id="134" name="03_133">
            <ns1:extLst>
              <ns1:ext uri="{FF2B5EF4-FFF2-40B4-BE49-F238E27FC236}">
                <ns2:creationId id="{E3C4992D-00E7-458F-A292-F9F0BDEE35C5}"/>
              </ns1:ext>
            </ns1:extLst>
          </ns0:cNvPr>
          <ns0:cNvSpPr>
            <ns1:spLocks noGrp="1"/>
          </ns0:cNvSpPr>
          <ns0:nvPr/>
        </ns0:nvSpPr>
        <ns0:spPr>
          <ns1:xfrm>
            <ns1:off x="5112000" y="14004000"/>
            <ns1:ext cx="1368000" cy="360000"/>
          </ns1:xfrm>
          <ns1:custGeom>
            <ns1:pathLst>
              <ns1:path w="1368000" h="360000">
                <ns1:moveTo>
                  <ns1:pt x="1368000" y="360000"/>
                </ns1:moveTo>
                <ns1:lnTo>
                  <ns1:pt x="0" y="0"/>
                </ns1:lnTo>
              </ns1:path>
            </ns1:pathLst>
          </ns1:custGeom>
          <ns1:noFill/>
          <ns1:ln w="21600">
            <ns1:solidFill>
              <ns1:srgbClr val="188D78"/>
            </ns1:solidFill>
            <ns1:prstDash val="solid"/>
          </ns1:ln>
        </ns0:spPr>
      </ns0:sp>
      <ns0:sp>
        <ns0:nvSpPr>
          <ns0:cNvPr id="135" name="03_134">
            <ns1:extLst>
              <ns1:ext uri="{FF2B5EF4-FFF2-40B4-BE49-F238E27FC236}">
                <ns2:creationId id="{720E639F-B6A4-4E65-8DF2-FD3AC74491CE}"/>
              </ns1:ext>
            </ns1:extLst>
          </ns0:cNvPr>
          <ns0:cNvSpPr>
            <ns1:spLocks noGrp="1"/>
          </ns0:cNvSpPr>
          <ns0:nvPr/>
        </ns0:nvSpPr>
        <ns0:spPr>
          <ns1:xfrm>
            <ns1:off x="6480000" y="13572000"/>
            <ns1:ext cx="36" cy="792000"/>
          </ns1:xfrm>
          <ns1:custGeom>
            <ns1:pathLst>
              <ns1:path w="36" h="792000">
                <ns1:moveTo>
                  <ns1:pt x="0" y="792000"/>
                </ns1:moveTo>
                <ns1:lnTo>
                  <ns1:pt x="0" y="0"/>
                </ns1:lnTo>
              </ns1:path>
            </ns1:pathLst>
          </ns1:custGeom>
          <ns1:noFill/>
          <ns1:ln w="21600">
            <ns1:solidFill>
              <ns1:srgbClr val="D27837"/>
            </ns1:solidFill>
            <ns1:prstDash val="solid"/>
          </ns1:ln>
        </ns0:spPr>
      </ns0:sp>
      <ns0:sp>
        <ns0:nvSpPr>
          <ns0:cNvPr id="136" name="03_135">
            <ns1:extLst>
              <ns1:ext uri="{FF2B5EF4-FFF2-40B4-BE49-F238E27FC236}">
                <ns2:creationId id="{97AF2A7C-1884-4F4D-9D96-A9814F4E91EC}"/>
              </ns1:ext>
            </ns1:extLst>
          </ns0:cNvPr>
          <ns0:cNvSpPr>
            <ns1:spLocks noGrp="1"/>
          </ns0:cNvSpPr>
          <ns0:nvPr/>
        </ns0:nvSpPr>
        <ns0:spPr>
          <ns1:xfrm>
            <ns1:off x="5112000" y="13212000"/>
            <ns1:ext cx="1368000" cy="360000"/>
          </ns1:xfrm>
          <ns1:custGeom>
            <ns1:pathLst>
              <ns1:path w="1368000" h="360000">
                <ns1:moveTo>
                  <ns1:pt x="1368000" y="360000"/>
                </ns1:moveTo>
                <ns1:lnTo>
                  <ns1:pt x="0" y="0"/>
                </ns1:lnTo>
              </ns1:path>
            </ns1:pathLst>
          </ns1:custGeom>
          <ns1:noFill/>
          <ns1:ln w="21600">
            <ns1:solidFill>
              <ns1:srgbClr val="188D78"/>
            </ns1:solidFill>
            <ns1:prstDash val="solid"/>
          </ns1:ln>
        </ns0:spPr>
      </ns0:sp>
      <ns0:sp>
        <ns0:nvSpPr>
          <ns0:cNvPr id="137" name="03_136">
            <ns1:extLst>
              <ns1:ext uri="{FF2B5EF4-FFF2-40B4-BE49-F238E27FC236}">
                <ns2:creationId id="{6E9C542C-0700-43E0-8012-A85EE69972CA}"/>
              </ns1:ext>
            </ns1:extLst>
          </ns0:cNvPr>
          <ns0:cNvSpPr>
            <ns1:spLocks noGrp="1"/>
          </ns0:cNvSpPr>
          <ns0:nvPr/>
        </ns0:nvSpPr>
        <ns0:spPr>
          <ns1:xfrm>
            <ns1:off x="5112000" y="13212000"/>
            <ns1:ext cx="36" cy="792000"/>
          </ns1:xfrm>
          <ns1:custGeom>
            <ns1:pathLst>
              <ns1:path w="36" h="792000">
                <ns1:moveTo>
                  <ns1:pt x="0" y="792000"/>
                </ns1:moveTo>
                <ns1:lnTo>
                  <ns1:pt x="0" y="0"/>
                </ns1:lnTo>
              </ns1:path>
            </ns1:pathLst>
          </ns1:custGeom>
          <ns1:noFill/>
          <ns1:ln w="21600">
            <ns1:solidFill>
              <ns1:srgbClr val="D27837"/>
            </ns1:solidFill>
            <ns1:prstDash val="solid"/>
          </ns1:ln>
        </ns0:spPr>
      </ns0:sp>
      <ns0:sp>
        <ns0:nvSpPr>
          <ns0:cNvPr id="138" name="03_137">
            <ns1:extLst>
              <ns1:ext uri="{FF2B5EF4-FFF2-40B4-BE49-F238E27FC236}">
                <ns2:creationId id="{8CB2DC51-2080-49DF-8810-FB44CD908B42}"/>
              </ns1:ext>
            </ns1:extLst>
          </ns0:cNvPr>
          <ns0:cNvSpPr>
            <ns1:spLocks noGrp="1"/>
          </ns0:cNvSpPr>
          <ns0:nvPr/>
        </ns0:nvSpPr>
        <ns0:spPr>
          <ns1:xfrm>
            <ns1:off x="3139200" y="14623200"/>
            <ns1:ext cx="57600" cy="57600"/>
          </ns1:xfrm>
          <ns1:prstGeom prst="rect">
            <ns1:avLst/>
          </ns1:prstGeom>
          <ns1:solidFill>
            <ns1:srgbClr val="263445"/>
          </ns1:solidFill>
          <ns1:ln w="0">
            <ns1:noFill/>
          </ns1:ln>
        </ns0:spPr>
      </ns0:sp>
      <ns0:sp>
        <ns0:nvSpPr>
          <ns0:cNvPr id="139" name="03_138">
            <ns1:extLst>
              <ns1:ext uri="{FF2B5EF4-FFF2-40B4-BE49-F238E27FC236}">
                <ns2:creationId id="{720AFCFF-75E0-4D05-85DD-7D0F0647FF82}"/>
              </ns1:ext>
            </ns1:extLst>
          </ns0:cNvPr>
          <ns0:cNvSpPr>
            <ns1:spLocks noGrp="1"/>
          </ns0:cNvSpPr>
          <ns0:nvPr/>
        </ns0:nvSpPr>
        <ns0:spPr>
          <ns1:xfrm>
            <ns1:off x="3258000" y="14407280"/>
            <ns1:ext cx="17406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H0C0S0</ns1:t>
            </ns1:r>
          </ns1:p>
        </ns0:txBody>
      </ns0:sp>
      <ns0:sp>
        <ns0:nvSpPr>
          <ns0:cNvPr id="140" name="03_139">
            <ns1:extLst>
              <ns1:ext uri="{FF2B5EF4-FFF2-40B4-BE49-F238E27FC236}">
                <ns2:creationId id="{0BEA983A-FFEF-4EC0-BB67-16EB5C885E74}"/>
              </ns1:ext>
            </ns1:extLst>
          </ns0:cNvPr>
          <ns0:cNvSpPr>
            <ns1:spLocks noGrp="1"/>
          </ns0:cNvSpPr>
          <ns0:nvPr/>
        </ns0:nvSpPr>
        <ns0:spPr>
          <ns1:xfrm>
            <ns1:off x="3139200" y="13831200"/>
            <ns1:ext cx="57600" cy="57600"/>
          </ns1:xfrm>
          <ns1:prstGeom prst="rect">
            <ns1:avLst/>
          </ns1:prstGeom>
          <ns1:solidFill>
            <ns1:srgbClr val="263445"/>
          </ns1:solidFill>
          <ns1:ln w="0">
            <ns1:noFill/>
          </ns1:ln>
        </ns0:spPr>
      </ns0:sp>
      <ns0:sp>
        <ns0:nvSpPr>
          <ns0:cNvPr id="141" name="03_140">
            <ns1:extLst>
              <ns1:ext uri="{FF2B5EF4-FFF2-40B4-BE49-F238E27FC236}">
                <ns2:creationId id="{B507BC02-E690-4292-88A4-395CE894E24C}"/>
              </ns1:ext>
            </ns1:extLst>
          </ns0:cNvPr>
          <ns0:cNvSpPr>
            <ns1:spLocks noGrp="1"/>
          </ns0:cNvSpPr>
          <ns0:nvPr/>
        </ns0:nvSpPr>
        <ns0:spPr>
          <ns1:xfrm>
            <ns1:off x="3258000" y="13615280"/>
            <ns1:ext cx="17406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H0C0S1</ns1:t>
            </ns1:r>
          </ns1:p>
        </ns0:txBody>
      </ns0:sp>
      <ns0:sp>
        <ns0:nvSpPr>
          <ns0:cNvPr id="142" name="03_141">
            <ns1:extLst>
              <ns1:ext uri="{FF2B5EF4-FFF2-40B4-BE49-F238E27FC236}">
                <ns2:creationId id="{123E48A0-9D56-45B0-9EBD-04DBCC1668CC}"/>
              </ns1:ext>
            </ns1:extLst>
          </ns0:cNvPr>
          <ns0:cNvSpPr>
            <ns1:spLocks noGrp="1"/>
          </ns0:cNvSpPr>
          <ns0:nvPr/>
        </ns0:nvSpPr>
        <ns0:spPr>
          <ns1:xfrm>
            <ns1:off x="1771200" y="14263200"/>
            <ns1:ext cx="57600" cy="57600"/>
          </ns1:xfrm>
          <ns1:prstGeom prst="rect">
            <ns1:avLst/>
          </ns1:prstGeom>
          <ns1:solidFill>
            <ns1:srgbClr val="263445"/>
          </ns1:solidFill>
          <ns1:ln w="0">
            <ns1:noFill/>
          </ns1:ln>
        </ns0:spPr>
      </ns0:sp>
      <ns0:sp>
        <ns0:nvSpPr>
          <ns0:cNvPr id="143" name="03_142">
            <ns1:extLst>
              <ns1:ext uri="{FF2B5EF4-FFF2-40B4-BE49-F238E27FC236}">
                <ns2:creationId id="{9FFE116E-49F0-47F1-95B1-154B422E4369}"/>
              </ns1:ext>
            </ns1:extLst>
          </ns0:cNvPr>
          <ns0:cNvSpPr>
            <ns1:spLocks noGrp="1"/>
          </ns0:cNvSpPr>
          <ns0:nvPr/>
        </ns0:nvSpPr>
        <ns0:spPr>
          <ns1:xfrm>
            <ns1:off x="1145693" y="14064425"/>
            <ns1:ext cx="600307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H0C1S0</ns1:t>
            </ns1:r>
          </ns1:p>
        </ns0:txBody>
      </ns0:sp>
      <ns0:sp>
        <ns0:nvSpPr>
          <ns0:cNvPr id="144" name="03_143">
            <ns1:extLst>
              <ns1:ext uri="{FF2B5EF4-FFF2-40B4-BE49-F238E27FC236}">
                <ns2:creationId id="{32C42224-C85C-4D6F-8695-C9844284BF62}"/>
              </ns1:ext>
            </ns1:extLst>
          </ns0:cNvPr>
          <ns0:cNvSpPr>
            <ns1:spLocks noGrp="1"/>
          </ns0:cNvSpPr>
          <ns0:nvPr/>
        </ns0:nvSpPr>
        <ns0:spPr>
          <ns1:xfrm>
            <ns1:off x="1771200" y="13471200"/>
            <ns1:ext cx="57600" cy="57600"/>
          </ns1:xfrm>
          <ns1:prstGeom prst="rect">
            <ns1:avLst/>
          </ns1:prstGeom>
          <ns1:solidFill>
            <ns1:srgbClr val="263445"/>
          </ns1:solidFill>
          <ns1:ln w="0">
            <ns1:noFill/>
          </ns1:ln>
        </ns0:spPr>
      </ns0:sp>
      <ns0:sp>
        <ns0:nvSpPr>
          <ns0:cNvPr id="145" name="03_144">
            <ns1:extLst>
              <ns1:ext uri="{FF2B5EF4-FFF2-40B4-BE49-F238E27FC236}">
                <ns2:creationId id="{0A6CC01A-5532-42CA-BADA-28A9A3BB4167}"/>
              </ns1:ext>
            </ns1:extLst>
          </ns0:cNvPr>
          <ns0:cNvSpPr>
            <ns1:spLocks noGrp="1"/>
          </ns0:cNvSpPr>
          <ns0:nvPr/>
        </ns0:nvSpPr>
        <ns0:spPr>
          <ns1:xfrm>
            <ns1:off x="1145693" y="13272425"/>
            <ns1:ext cx="600307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H0C1S1</ns1:t>
            </ns1:r>
          </ns1:p>
        </ns0:txBody>
      </ns0:sp>
      <ns0:sp>
        <ns0:nvSpPr>
          <ns0:cNvPr id="146" name="03_145">
            <ns1:extLst>
              <ns1:ext uri="{FF2B5EF4-FFF2-40B4-BE49-F238E27FC236}">
                <ns2:creationId id="{8FD57DE3-64DF-45F9-8BA9-87F676B594EF}"/>
              </ns1:ext>
            </ns1:extLst>
          </ns0:cNvPr>
          <ns0:cNvSpPr>
            <ns1:spLocks noGrp="1"/>
          </ns0:cNvSpPr>
          <ns0:nvPr/>
        </ns0:nvSpPr>
        <ns0:spPr>
          <ns1:xfrm>
            <ns1:off x="6451200" y="14335200"/>
            <ns1:ext cx="57600" cy="57600"/>
          </ns1:xfrm>
          <ns1:prstGeom prst="rect">
            <ns1:avLst/>
          </ns1:prstGeom>
          <ns1:solidFill>
            <ns1:srgbClr val="263445"/>
          </ns1:solidFill>
          <ns1:ln w="0">
            <ns1:noFill/>
          </ns1:ln>
        </ns0:spPr>
      </ns0:sp>
      <ns0:sp>
        <ns0:nvSpPr>
          <ns0:cNvPr id="147" name="03_146">
            <ns1:extLst>
              <ns1:ext uri="{FF2B5EF4-FFF2-40B4-BE49-F238E27FC236}">
                <ns2:creationId id="{3D8F74A9-179C-4738-9D76-FCA853E5FEA7}"/>
              </ns1:ext>
            </ns1:extLst>
          </ns0:cNvPr>
          <ns0:cNvSpPr>
            <ns1:spLocks noGrp="1"/>
          </ns0:cNvSpPr>
          <ns0:nvPr/>
        </ns0:nvSpPr>
        <ns0:spPr>
          <ns1:xfrm>
            <ns1:off x="6570000" y="14119280"/>
            <ns1:ext cx="14094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H1C0S0</ns1:t>
            </ns1:r>
          </ns1:p>
        </ns0:txBody>
      </ns0:sp>
      <ns0:sp>
        <ns0:nvSpPr>
          <ns0:cNvPr id="148" name="03_147">
            <ns1:extLst>
              <ns1:ext uri="{FF2B5EF4-FFF2-40B4-BE49-F238E27FC236}">
                <ns2:creationId id="{AB7C109E-1F8B-4660-8F24-7886A4A7FCEF}"/>
              </ns1:ext>
            </ns1:extLst>
          </ns0:cNvPr>
          <ns0:cNvSpPr>
            <ns1:spLocks noGrp="1"/>
          </ns0:cNvSpPr>
          <ns0:nvPr/>
        </ns0:nvSpPr>
        <ns0:spPr>
          <ns1:xfrm>
            <ns1:off x="6451200" y="13543200"/>
            <ns1:ext cx="57600" cy="57600"/>
          </ns1:xfrm>
          <ns1:prstGeom prst="rect">
            <ns1:avLst/>
          </ns1:prstGeom>
          <ns1:solidFill>
            <ns1:srgbClr val="263445"/>
          </ns1:solidFill>
          <ns1:ln w="0">
            <ns1:noFill/>
          </ns1:ln>
        </ns0:spPr>
      </ns0:sp>
      <ns0:sp>
        <ns0:nvSpPr>
          <ns0:cNvPr id="149" name="03_148">
            <ns1:extLst>
              <ns1:ext uri="{FF2B5EF4-FFF2-40B4-BE49-F238E27FC236}">
                <ns2:creationId id="{1D474EF3-EBFA-4BDF-BCE9-6C5F26ED866A}"/>
              </ns1:ext>
            </ns1:extLst>
          </ns0:cNvPr>
          <ns0:cNvSpPr>
            <ns1:spLocks noGrp="1"/>
          </ns0:cNvSpPr>
          <ns0:nvPr/>
        </ns0:nvSpPr>
        <ns0:spPr>
          <ns1:xfrm>
            <ns1:off x="6570000" y="13327280"/>
            <ns1:ext cx="14094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H1C0S1</ns1:t>
            </ns1:r>
          </ns1:p>
        </ns0:txBody>
      </ns0:sp>
      <ns0:sp>
        <ns0:nvSpPr>
          <ns0:cNvPr id="150" name="03_149">
            <ns1:extLst>
              <ns1:ext uri="{FF2B5EF4-FFF2-40B4-BE49-F238E27FC236}">
                <ns2:creationId id="{0CB88F47-1048-4D23-90EA-97B05A228F02}"/>
              </ns1:ext>
            </ns1:extLst>
          </ns0:cNvPr>
          <ns0:cNvSpPr>
            <ns1:spLocks noGrp="1"/>
          </ns0:cNvSpPr>
          <ns0:nvPr/>
        </ns0:nvSpPr>
        <ns0:spPr>
          <ns1:xfrm>
            <ns1:off x="5083200" y="13975200"/>
            <ns1:ext cx="57600" cy="57600"/>
          </ns1:xfrm>
          <ns1:prstGeom prst="rect">
            <ns1:avLst/>
          </ns1:prstGeom>
          <ns1:solidFill>
            <ns1:srgbClr val="263445"/>
          </ns1:solidFill>
          <ns1:ln w="0">
            <ns1:noFill/>
          </ns1:ln>
        </ns0:spPr>
      </ns0:sp>
      <ns0:sp>
        <ns0:nvSpPr>
          <ns0:cNvPr id="151" name="03_150">
            <ns1:extLst>
              <ns1:ext uri="{FF2B5EF4-FFF2-40B4-BE49-F238E27FC236}">
                <ns2:creationId id="{ECD06F14-62BF-4B9B-8109-9517F8351B76}"/>
              </ns1:ext>
            </ns1:extLst>
          </ns0:cNvPr>
          <ns0:cNvSpPr>
            <ns1:spLocks noGrp="1"/>
          </ns0:cNvSpPr>
          <ns0:nvPr/>
        </ns0:nvSpPr>
        <ns0:spPr>
          <ns1:xfrm>
            <ns1:off x="4457693" y="13776425"/>
            <ns1:ext cx="600307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H1C1S0</ns1:t>
            </ns1:r>
          </ns1:p>
        </ns0:txBody>
      </ns0:sp>
      <ns0:sp>
        <ns0:nvSpPr>
          <ns0:cNvPr id="152" name="03_151">
            <ns1:extLst>
              <ns1:ext uri="{FF2B5EF4-FFF2-40B4-BE49-F238E27FC236}">
                <ns2:creationId id="{E5B3CC98-E704-4B54-992D-A5262559D475}"/>
              </ns1:ext>
            </ns1:extLst>
          </ns0:cNvPr>
          <ns0:cNvSpPr>
            <ns1:spLocks noGrp="1"/>
          </ns0:cNvSpPr>
          <ns0:nvPr/>
        </ns0:nvSpPr>
        <ns0:spPr>
          <ns1:xfrm>
            <ns1:off x="5083200" y="13183200"/>
            <ns1:ext cx="57600" cy="57600"/>
          </ns1:xfrm>
          <ns1:prstGeom prst="rect">
            <ns1:avLst/>
          </ns1:prstGeom>
          <ns1:solidFill>
            <ns1:srgbClr val="263445"/>
          </ns1:solidFill>
          <ns1:ln w="0">
            <ns1:noFill/>
          </ns1:ln>
        </ns0:spPr>
      </ns0:sp>
      <ns0:sp>
        <ns0:nvSpPr>
          <ns0:cNvPr id="153" name="03_152">
            <ns1:extLst>
              <ns1:ext uri="{FF2B5EF4-FFF2-40B4-BE49-F238E27FC236}">
                <ns2:creationId id="{CBE8E5C4-3652-4E2C-B361-F8564B5F23A9}"/>
              </ns1:ext>
            </ns1:extLst>
          </ns0:cNvPr>
          <ns0:cNvSpPr>
            <ns1:spLocks noGrp="1"/>
          </ns0:cNvSpPr>
          <ns0:nvPr/>
        </ns0:nvSpPr>
        <ns0:spPr>
          <ns1:xfrm>
            <ns1:off x="4457693" y="12984425"/>
            <ns1:ext cx="600307" cy="22225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H1C1S1</ns1:t>
            </ns1:r>
          </ns1:p>
        </ns0:txBody>
      </ns0:sp>
      <ns0:sp>
        <ns0:nvSpPr>
          <ns0:cNvPr id="154" name="03_153">
            <ns1:extLst>
              <ns1:ext uri="{FF2B5EF4-FFF2-40B4-BE49-F238E27FC236}">
                <ns2:creationId id="{919FA01E-342E-4AE8-A4AD-AB24E53D7FAD}"/>
              </ns1:ext>
            </ns1:extLst>
          </ns0:cNvPr>
          <ns0:cNvSpPr>
            <ns1:spLocks noGrp="1"/>
          </ns0:cNvSpPr>
          <ns0:nvPr/>
        </ns0:nvSpPr>
        <ns0:spPr>
          <ns1:xfrm>
            <ns1:off x="864000" y="14875280"/>
            <ns1:ext cx="19944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1">
                <ns1:solidFill>
                  <ns1:srgbClr val="347DDB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1">
                <ns1:solidFill>
                  <ns1:srgbClr val="347DDB"/>
                </ns1:solidFill>
                <ns1:latin typeface="Malgun Gothic"/>
                <ns1:ea typeface="Malgun Gothic"/>
                <ns1:cs typeface="Malgun Gothic"/>
              </ns1:rPr>
              <ns1:t>H: HyDE</ns1:t>
            </ns1:r>
          </ns1:p>
        </ns0:txBody>
      </ns0:sp>
      <ns0:sp>
        <ns0:nvSpPr>
          <ns0:cNvPr id="155" name="03_154">
            <ns1:extLst>
              <ns1:ext uri="{FF2B5EF4-FFF2-40B4-BE49-F238E27FC236}">
                <ns2:creationId id="{08BB80A0-DEFC-4853-A6A6-C04152DA3A6C}"/>
              </ns1:ext>
            </ns1:extLst>
          </ns0:cNvPr>
          <ns0:cNvSpPr>
            <ns1:spLocks noGrp="1"/>
          </ns0:cNvSpPr>
          <ns0:nvPr/>
        </ns0:nvSpPr>
        <ns0:spPr>
          <ns1:xfrm>
            <ns1:off x="3384000" y="14875280"/>
            <ns1:ext cx="17280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1">
                <ns1:solidFill>
                  <ns1:srgbClr val="188D78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1">
                <ns1:solidFill>
                  <ns1:srgbClr val="188D78"/>
                </ns1:solidFill>
                <ns1:latin typeface="Malgun Gothic"/>
                <ns1:ea typeface="Malgun Gothic"/>
                <ns1:cs typeface="Malgun Gothic"/>
              </ns1:rPr>
              <ns1:t>C: CAD</ns1:t>
            </ns1:r>
          </ns1:p>
        </ns0:txBody>
      </ns0:sp>
      <ns0:sp>
        <ns0:nvSpPr>
          <ns0:cNvPr id="156" name="03_155">
            <ns1:extLst>
              <ns1:ext uri="{FF2B5EF4-FFF2-40B4-BE49-F238E27FC236}">
                <ns2:creationId id="{562FD8A1-1F8E-4A99-9BA1-0B6999F6BC7D}"/>
              </ns1:ext>
            </ns1:extLst>
          </ns0:cNvPr>
          <ns0:cNvSpPr>
            <ns1:spLocks noGrp="1"/>
          </ns0:cNvSpPr>
          <ns0:nvPr/>
        </ns0:nvSpPr>
        <ns0:spPr>
          <ns1:xfrm>
            <ns1:off x="5616000" y="14875280"/>
            <ns1:ext cx="15048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1">
                <ns1:solidFill>
                  <ns1:srgbClr val="D27837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1">
                <ns1:solidFill>
                  <ns1:srgbClr val="D27837"/>
                </ns1:solidFill>
                <ns1:latin typeface="Malgun Gothic"/>
                <ns1:ea typeface="Malgun Gothic"/>
                <ns1:cs typeface="Malgun Gothic"/>
              </ns1:rPr>
              <ns1:t>S: SCD</ns1:t>
            </ns1:r>
          </ns1:p>
        </ns0:txBody>
      </ns0:sp>
      <ns0:sp>
        <ns0:nvSpPr>
          <ns0:cNvPr id="157" name="03_156">
            <ns1:extLst>
              <ns1:ext uri="{FF2B5EF4-FFF2-40B4-BE49-F238E27FC236}">
                <ns2:creationId id="{94D42915-68DD-419F-9816-26F3CA8B1DE4}"/>
              </ns1:ext>
            </ns1:extLst>
          </ns0:cNvPr>
          <ns0:cNvSpPr>
            <ns1:spLocks noGrp="1"/>
          </ns0:cNvSpPr>
          <ns0:nvPr/>
        </ns0:nvSpPr>
        <ns0:spPr>
          <ns1:xfrm>
            <ns1:off x="864000" y="15249690"/>
            <ns1:ext cx="1994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60질의 × (2×2×2) = 480개 답변, 0=OFF / 1=ON</ns1:t>
            </ns1:r>
          </ns1:p>
        </ns0:txBody>
      </ns0:sp>
      <ns0:graphicFrame>
        <ns0:nvGraphicFramePr>
          <ns0:cNvPr id="158" name="">
            <ns1:extLst>
              <ns1:ext uri="{FF2B5EF4-FFF2-40B4-BE49-F238E27FC236}">
                <ns2:creationId id="{BABC1909-22A9-43EC-9FA4-08980271239E}"/>
              </ns1:ext>
            </ns1:extLst>
          </ns0:cNvPr>
          <ns0:cNvGraphicFramePr/>
          <ns0:nvPr/>
        </ns0:nvGraphicFramePr>
        <ns0:xfrm>
          <ns1:off x="8100000" y="12924000"/>
          <ns1:ext cx="12564000" cy="2736000"/>
        </ns0:xfrm>
        <ns1:graphic>
          <ns1:graphicData uri="http://schemas.openxmlformats.org/drawingml/2006/table">
            <ns1:tbl>
              <ns1:tblPr firstRow="0" bandRow="0"/>
              <ns1:tblGrid>
                <ns1:gridCol w="2124000"/>
                <ns1:gridCol w="10440000"/>
              </ns1:tblGrid>
              <ns1:tr h="39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문서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RAG Survey[19], CAD[3], RAPTOR[14], Mi:dm K 2.5 Pro[22]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900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질의 구성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초기 질문 3개로 범위 설정, 문서별 주요 내용 요약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요약 내용을 15개 단위로 나누어 질의 작성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→ 총 60개 질의의 원문 근거 확인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  <ns1:tr h="360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검색/융합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BGE-M3 + BM25, RRF 가중치 0.6/0.4, k=60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360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재정렬/생성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MiniLM-L-6-v2 / Midm-2.0-Base-Instruct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  <ns1:tr h="360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후보/청크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검색 8개, 재정렬 8개, 문맥 5개 / 512단어, 중첩 64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360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압축/디코딩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문맥 3,072단어 초과 시 압축 / 탐욕적 디코딩, 512토큰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159" name="03_158">
            <ns1:extLst>
              <ns1:ext uri="{FF2B5EF4-FFF2-40B4-BE49-F238E27FC236}">
                <ns2:creationId id="{B0988EDA-41D4-439C-84E6-6248D8A42B91}"/>
              </ns1:ext>
            </ns1:extLst>
          </ns0:cNvPr>
          <ns0:cNvSpPr>
            <ns1:spLocks noGrp="1"/>
          </ns0:cNvSpPr>
          <ns0:nvPr/>
        </ns0:nvSpPr>
        <ns0:spPr>
          <ns1:xfrm>
            <ns1:off x="8100000" y="15321690"/>
            <ns1:ext cx="1256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160" name="04_159">
            <ns1:extLst>
              <ns1:ext uri="{FF2B5EF4-FFF2-40B4-BE49-F238E27FC236}">
                <ns2:creationId id="{4090EDB4-2938-459F-8B79-754C2A10098B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15984000"/>
            <ns1:ext cx="9684000" cy="3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161" name="04_160">
            <ns1:extLst>
              <ns1:ext uri="{FF2B5EF4-FFF2-40B4-BE49-F238E27FC236}">
                <ns2:creationId id="{D6DB5D35-4A73-4AA8-A6FB-E1CF11AD93E8}"/>
              </ns1:ext>
            </ns1:extLst>
          </ns0:cNvPr>
          <ns0:cNvSpPr>
            <ns1:spLocks noGrp="1"/>
          </ns0:cNvSpPr>
          <ns0:nvPr/>
        </ns0:nvSpPr>
        <ns0:spPr>
          <ns1:xfrm>
            <ns1:off x="828000" y="15991320"/>
            <ns1:ext cx="19944000" cy="383472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24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04 평가 방법</ns1:t>
            </ns1:r>
          </ns1:p>
        </ns0:txBody>
      </ns0:sp>
      <ns0:sp>
        <ns0:nvSpPr>
          <ns0:cNvPr id="162" name="04_161">
            <ns1:extLst>
              <ns1:ext uri="{FF2B5EF4-FFF2-40B4-BE49-F238E27FC236}">
                <ns2:creationId id="{A156A731-27FA-4AEB-8359-3D052537C1D7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16581690"/>
            <ns1:ext cx="1994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RAGAS[10] 0.2.15: gpt-4o / 관련성 임베딩 BGE-M3</ns1:t>
            </ns1:r>
          </ns1:p>
        </ns0:txBody>
      </ns0:sp>
      <ns0:sp>
        <ns0:nvSpPr>
          <ns0:cNvPr id="163" name="04_162">
            <ns1:extLst>
              <ns1:ext uri="{FF2B5EF4-FFF2-40B4-BE49-F238E27FC236}">
                <ns2:creationId id="{DC623D69-8672-44EB-8CBC-05D06D65B3E3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16797690"/>
            <ns1:ext cx="1994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graphicFrame>
        <ns0:nvGraphicFramePr>
          <ns0:cNvPr id="164" name="">
            <ns1:extLst>
              <ns1:ext uri="{FF2B5EF4-FFF2-40B4-BE49-F238E27FC236}">
                <ns2:creationId id="{D7B1B77F-88D5-42D0-92F3-A9A592591C74}"/>
              </ns1:ext>
            </ns1:extLst>
          </ns0:cNvPr>
          <ns0:cNvGraphicFramePr/>
          <ns0:nvPr/>
        </ns0:nvGraphicFramePr>
        <ns0:xfrm>
          <ns1:off x="720000" y="17172000"/>
          <ns1:ext cx="9684000" cy="1440000"/>
        </ns0:xfrm>
        <ns1:graphic>
          <ns1:graphicData uri="http://schemas.openxmlformats.org/drawingml/2006/table">
            <ns1:tbl>
              <ns1:tblPr firstRow="0" bandRow="0"/>
              <ns1:tblGrid>
                <ns1:gridCol w="2304000"/>
                <ns1:gridCol w="7380000"/>
              </ns1:tblGrid>
              <ns1:tr h="360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근거 충실도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검색 문맥이 답변의 주장을 뒷받침하는 정도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360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답변 관련성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답변이 질문의 요구에 대응하는 정도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  <ns1:tr h="360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문맥 정밀도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관련 근거가 검색 결과 상위에 배치된 정도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360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문맥 재현율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정답의 근거가 검색 문맥에 포함된 정도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</ns1:tbl>
          </ns1:graphicData>
        </ns1:graphic>
      </ns0:graphicFrame>
      <ns0:graphicFrame>
        <ns0:nvGraphicFramePr>
          <ns0:cNvPr id="165" name="">
            <ns1:extLst>
              <ns1:ext uri="{FF2B5EF4-FFF2-40B4-BE49-F238E27FC236}">
                <ns2:creationId id="{EDDFB315-2DC5-4345-9B49-F26A00D295EC}"/>
              </ns1:ext>
            </ns1:extLst>
          </ns0:cNvPr>
          <ns0:cNvGraphicFramePr/>
          <ns0:nvPr/>
        </ns0:nvGraphicFramePr>
        <ns0:xfrm>
          <ns1:off x="720000" y="18900000"/>
          <ns1:ext cx="9684000" cy="936000"/>
        </ns0:xfrm>
        <ns1:graphic>
          <ns1:graphicData uri="http://schemas.openxmlformats.org/drawingml/2006/table">
            <ns1:tbl>
              <ns1:tblPr firstRow="0" bandRow="0"/>
              <ns1:tblGrid>
                <ns1:gridCol w="1944000"/>
                <ns1:gridCol w="7740000"/>
              </ns1:tblGrid>
              <ns1:tr h="360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SCD OFF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저장된 영어 검색 문맥으로 RAGAS 평가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57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SCD ON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영어 문맥을 gpt-4o로 한국어 번역하여 평가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166" name="04_165">
            <ns1:extLst>
              <ns1:ext uri="{FF2B5EF4-FFF2-40B4-BE49-F238E27FC236}">
                <ns2:creationId id="{F89AA457-B384-48E1-B39C-A12D8F836B49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19893690"/>
            <ns1:ext cx="1994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생성에는 영어 문맥 사용. 저장 답변을 그대로 평가.</ns1:t>
            </ns1:r>
          </ns1:p>
        </ns0:txBody>
      </ns0:sp>
      <ns0:sp>
        <ns0:nvSpPr>
          <ns0:cNvPr id="167" name="04_166">
            <ns1:extLst>
              <ns1:ext uri="{FF2B5EF4-FFF2-40B4-BE49-F238E27FC236}">
                <ns2:creationId id="{B1AF1E61-660F-472E-9DF2-430C77CDAEC0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0181690"/>
            <ns1:ext cx="1994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SCD의 RAGAS 평균은 평가 문맥 언어별로 제시.</ns1:t>
            </ns1:r>
          </ns1:p>
        </ns0:txBody>
      </ns0:sp>
      <ns0:graphicFrame>
        <ns0:nvGraphicFramePr>
          <ns0:cNvPr id="168" name="">
            <ns1:extLst>
              <ns1:ext uri="{FF2B5EF4-FFF2-40B4-BE49-F238E27FC236}">
                <ns2:creationId id="{C96D8C2B-14DB-404F-80D4-11155B26FE24}"/>
              </ns1:ext>
            </ns1:extLst>
          </ns0:cNvPr>
          <ns0:cNvGraphicFramePr/>
          <ns0:nvPr/>
        </ns0:nvGraphicFramePr>
        <ns0:xfrm>
          <ns1:off x="720000" y="20484000"/>
          <ns1:ext cx="9684000" cy="1872000"/>
        </ns0:xfrm>
        <ns1:graphic>
          <ns1:graphicData uri="http://schemas.openxmlformats.org/drawingml/2006/table">
            <ns1:tbl>
              <ns1:tblPr firstRow="0" bandRow="0"/>
              <ns1:tblGrid>
                <ns1:gridCol w="1584000"/>
                <ns1:gridCol w="5400000"/>
                <ns1:gridCol w="2700000"/>
              </ns1:tblGrid>
              <ns1:tr h="360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요인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EEE8F3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비교 조건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EEE8F3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유효 표본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EEE8F3"/>
                    </ns1:solidFill>
                  </ns1:tcPr>
                </ns1:tc>
              </ns1:tr>
              <ns1:tr h="360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HyDE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CAD와 SCD OFF, 검색 경로 변화 포함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60쌍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  <ns1:tr h="57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CAD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검색 청크와 최종 문맥 동일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60쌍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충실도 58쌍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576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SCD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HyDE OFF 동일 문맥 / H·C 상태 일치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주 120쌍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전체 240쌍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169" name="04_168">
            <ns1:extLst>
              <ns1:ext uri="{FF2B5EF4-FFF2-40B4-BE49-F238E27FC236}">
                <ns2:creationId id="{2E5EA18E-68C8-4522-A6C2-647A34058290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1297690"/>
            <ns1:ext cx="1994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170" name="04_169">
            <ns1:extLst>
              <ns1:ext uri="{FF2B5EF4-FFF2-40B4-BE49-F238E27FC236}">
                <ns2:creationId id="{EC628BC2-04F9-44B1-8C57-D552AEA0938A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2557690"/>
            <ns1:ext cx="1994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5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한국어 문자 비율 = 한글 / (한글 + ASCII 영문자)</ns1:t>
            </ns1:r>
          </ns1:p>
        </ns0:txBody>
      </ns0:sp>
      <ns0:sp>
        <ns0:nvSpPr>
          <ns0:cNvPr id="171" name="04_170">
            <ns1:extLst>
              <ns1:ext uri="{FF2B5EF4-FFF2-40B4-BE49-F238E27FC236}">
                <ns2:creationId id="{D91D78F9-61B8-4A74-AEFB-A0F27BAEF059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1945690"/>
            <ns1:ext cx="1994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172" name="04_171">
            <ns1:extLst>
              <ns1:ext uri="{FF2B5EF4-FFF2-40B4-BE49-F238E27FC236}">
                <ns2:creationId id="{009F7E9C-19EB-45A6-AE42-BE69C7000F1B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2917690"/>
            <ns1:ext cx="1994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평가값 1,920개 중 1,915개 유효, 충실도 5개 결측</ns1:t>
            </ns1:r>
          </ns1:p>
        </ns0:txBody>
      </ns0:sp>
      <ns0:sp>
        <ns0:nvSpPr>
          <ns0:cNvPr id="173" name="04_172">
            <ns1:extLst>
              <ns1:ext uri="{FF2B5EF4-FFF2-40B4-BE49-F238E27FC236}">
                <ns2:creationId id="{4501E133-F731-4B86-A06A-CD0F63E7F562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3277690"/>
            <ns1:ext cx="1994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ON − OFF / 95% CI: 대응 부트스트랩 200,000회</ns1:t>
            </ns1:r>
          </ns1:p>
        </ns0:txBody>
      </ns0:sp>
      <ns0:sp>
        <ns0:nvSpPr>
          <ns0:cNvPr id="174" name="04_173">
            <ns1:extLst>
              <ns1:ext uri="{FF2B5EF4-FFF2-40B4-BE49-F238E27FC236}">
                <ns2:creationId id="{D64AF92A-B07E-4140-9DED-E7F5EED9A3C9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2881690"/>
            <ns1:ext cx="1994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175" name="05_174">
            <ns1:extLst>
              <ns1:ext uri="{FF2B5EF4-FFF2-40B4-BE49-F238E27FC236}">
                <ns2:creationId id="{CF779FA2-04F8-4DD3-B4B7-34B05B4936EB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15984000"/>
            <ns1:ext cx="9684000" cy="3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176" name="05_175">
            <ns1:extLst>
              <ns1:ext uri="{FF2B5EF4-FFF2-40B4-BE49-F238E27FC236}">
                <ns2:creationId id="{468DFF56-C16F-4D92-8F1B-EA957819D699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15991320"/>
            <ns1:ext cx="9684000" cy="383472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24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05 실험 결과</ns1:t>
            </ns1:r>
          </ns1:p>
        </ns0:txBody>
      </ns0:sp>
      <ns0:graphicFrame>
        <ns0:nvGraphicFramePr>
          <ns0:cNvPr id="177" name="">
            <ns1:extLst>
              <ns1:ext uri="{FF2B5EF4-FFF2-40B4-BE49-F238E27FC236}">
                <ns2:creationId id="{3B599861-95CB-44E1-BBA5-2B75C850B925}"/>
              </ns1:ext>
            </ns1:extLst>
          </ns0:cNvPr>
          <ns0:cNvGraphicFramePr/>
          <ns0:nvPr/>
        </ns0:nvGraphicFramePr>
        <ns0:xfrm>
          <ns1:off x="10980000" y="16560000"/>
          <ns1:ext cx="9684000" cy="2952000"/>
        </ns0:xfrm>
        <ns1:graphic>
          <ns1:graphicData uri="http://schemas.openxmlformats.org/drawingml/2006/table">
            <ns1:tbl>
              <ns1:tblPr firstRow="0" bandRow="0"/>
              <ns1:tblGrid>
                <ns1:gridCol w="2520000"/>
                <ns1:gridCol w="2808000"/>
                <ns1:gridCol w="1332000"/>
                <ns1:gridCol w="3024000"/>
              </ns1:tblGrid>
              <ns1:tr h="360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기법과 지표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EEE8F3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비교 조건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EEE8F3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평균 변화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EEE8F3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95% 신뢰구간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EEE8F3"/>
                    </ns1:solidFill>
                  </ns1:tcPr>
                </ns1:tc>
              </ns1:tr>
              <ns1:tr h="648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HyDE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답변 관련성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CAD·SCD OFF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60쌍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+0.0805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[+0.0110, +0.1514]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  <ns1:tr h="648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CAD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근거 충실도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HyDE·SCD OFF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58쌍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+0.0288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[-0.0367, +0.0934]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  <ns1:tr h="648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SCD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한국어 비율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HyDE OFF 동일 문맥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주 비교 120쌍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+0.2182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[+0.1880, +0.2487]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AF8FC"/>
                    </ns1:solidFill>
                  </ns1:tcPr>
                </ns1:tc>
              </ns1:tr>
              <ns1:tr h="648000"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SCD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1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한국어 비율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H·C 상태 일치</ns1:t>
                      </ns1:r>
                    </ns1:p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전체 240쌍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+0.2289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  <ns1:tc>
                  <ns1:txBody>
                    <ns1:bodyPr wrap="none" lIns="0" tIns="0" rIns="0" bIns="0"/>
                    <ns1:lstStyle/>
                    <ns1:p>
                      <ns1:pPr algn="l">
                        <ns1:lnSpc>
                          <ns1:spcPct val="100000"/>
                        </ns1:lnSpc>
                      </ns1:pPr>
                      <ns1:r>
                        <ns1:rPr sz="1800" b="0">
                          <ns1:solidFill>
                            <ns1:srgbClr val="263445"/>
                          </ns1:solidFill>
                          <ns1:latin typeface="Malgun Gothic"/>
                          <ns1:ea typeface="Malgun Gothic"/>
                          <ns1:cs typeface="Malgun Gothic"/>
                        </ns1:rPr>
                        <ns1:t>[+0.2051, +0.2532]</ns1:t>
                      </ns1:r>
                    </ns1:p>
                  </ns1:txBody>
                  <ns1:tcPr marL="108000" marR="72000" marT="0" marB="0" anchor="ctr">
                    <ns1:lnB w="9000">
                      <ns1:solidFill>
                        <ns1:srgbClr val="D8D0E0"/>
                      </ns1:solidFill>
                      <ns1:prstDash val="solid"/>
                    </ns1:lnB>
                    <ns1:lnT w="0">
                      <ns1:noFill/>
                    </ns1:lnT>
                    <ns1:lnR w="0">
                      <ns1:noFill/>
                    </ns1:lnR>
                    <ns1:lnL w="0">
                      <ns1:noFill/>
                    </ns1:lnL>
                    <ns1:solidFill>
                      <ns1:srgbClr val="FFFFFF"/>
                    </ns1:solidFill>
                  </ns1:tcPr>
                </ns1:tc>
              </ns1:tr>
            </ns1:tbl>
          </ns1:graphicData>
        </ns1:graphic>
      </ns0:graphicFrame>
      <ns0:graphicFrame>
        <ns0:nvGraphicFramePr>
          <ns0:cNvPr id="178" name="Chart">
            <ns1:extLst>
              <ns1:ext uri="{FF2B5EF4-FFF2-40B4-BE49-F238E27FC236}">
                <ns2:creationId id="{B18E6802-89A9-42A8-A22E-F10E005C992C}"/>
              </ns1:ext>
            </ns1:extLst>
          </ns0:cNvPr>
          <ns0:cNvGraphicFramePr/>
          <ns0:nvPr/>
        </ns0:nvGraphicFramePr>
        <ns0:xfrm>
          <ns1:off x="10980000" y="19654200"/>
          <ns1:ext cx="9684000" cy="1749600"/>
        </ns0:xfrm>
        <ns1:graphic>
          <ns1:graphicData uri="http://schemas.openxmlformats.org/drawingml/2006/chart">
            <ns3:chart ns4:id="Rd5277c59aefd41b5"/>
          </ns1:graphicData>
        </ns1:graphic>
      </ns0:graphicFrame>
      <ns0:graphicFrame>
        <ns0:nvGraphicFramePr>
          <ns0:cNvPr id="179" name="Chart">
            <ns1:extLst>
              <ns1:ext uri="{FF2B5EF4-FFF2-40B4-BE49-F238E27FC236}">
                <ns2:creationId id="{6A24E3DF-265B-47D3-AAA2-E44AB0EBEF86}"/>
              </ns1:ext>
            </ns1:extLst>
          </ns0:cNvPr>
          <ns0:cNvGraphicFramePr/>
          <ns0:nvPr/>
        </ns0:nvGraphicFramePr>
        <ns0:xfrm>
          <ns1:off x="10980000" y="21598200"/>
          <ns1:ext cx="9684000" cy="1749600"/>
        </ns0:xfrm>
        <ns1:graphic>
          <ns1:graphicData uri="http://schemas.openxmlformats.org/drawingml/2006/chart">
            <ns3:chart ns4:id="R0e3cef9460e74a4a"/>
          </ns1:graphicData>
        </ns1:graphic>
      </ns0:graphicFrame>
      <ns0:sp>
        <ns0:nvSpPr>
          <ns0:cNvPr id="180" name="05_179">
            <ns1:extLst>
              <ns1:ext uri="{FF2B5EF4-FFF2-40B4-BE49-F238E27FC236}">
                <ns2:creationId id="{486ECE70-F8A7-45F3-A1AC-63A42ABCF366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0973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181" name="05_180">
            <ns1:extLst>
              <ns1:ext uri="{FF2B5EF4-FFF2-40B4-BE49-F238E27FC236}">
                <ns2:creationId id="{7895D149-A0A5-4654-AE09-AE1B77F248D0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3385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2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CAD 신뢰구간은 0 포함</ns1:t>
            </ns1:r>
          </ns1:p>
        </ns0:txBody>
      </ns0:sp>
      <ns0:sp>
        <ns0:nvSpPr>
          <ns0:cNvPr id="182" name="06_181">
            <ns1:extLst>
              <ns1:ext uri="{FF2B5EF4-FFF2-40B4-BE49-F238E27FC236}">
                <ns2:creationId id="{4FA80C04-5CE0-416D-9506-CB676DE667E6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3976000"/>
            <ns1:ext cx="9684000" cy="3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183" name="06_182">
            <ns1:extLst>
              <ns1:ext uri="{FF2B5EF4-FFF2-40B4-BE49-F238E27FC236}">
                <ns2:creationId id="{5831F3CB-5EDB-443C-A7F9-DE2014CB3173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3983320"/>
            <ns1:ext cx="9684000" cy="383472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24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06 실제 출력: 개선과 감소 사례</ns1:t>
            </ns1:r>
          </ns1:p>
        </ns0:txBody>
      </ns0:sp>
      <ns0:sp>
        <ns0:nvSpPr>
          <ns0:cNvPr id="184" name="06_183">
            <ns1:extLst>
              <ns1:ext uri="{FF2B5EF4-FFF2-40B4-BE49-F238E27FC236}">
                <ns2:creationId id="{80A8AAC3-4A84-43D4-A457-5689BA1CAC1A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3310000"/>
            <ns1:ext cx="9684000" cy="36"/>
          </ns1:xfrm>
          <ns1:custGeom>
            <ns1:pathLst>
              <ns1:path w="9684000" h="36">
                <ns1:moveTo>
                  <ns1:pt x="0" y="0"/>
                </ns1:moveTo>
                <ns1:lnTo>
                  <ns1:pt x="9684000" y="0"/>
                </ns1:lnTo>
              </ns1:path>
            </ns1:pathLst>
          </ns1:custGeom>
          <ns1:noFill/>
          <ns1:ln w="9000">
            <ns1:solidFill>
              <ns1:srgbClr val="D8D0E0"/>
            </ns1:solidFill>
            <ns1:prstDash val="solid"/>
          </ns1:ln>
        </ns0:spPr>
      </ns0:sp>
      <ns0:sp>
        <ns0:nvSpPr>
          <ns0:cNvPr id="185" name="06_184">
            <ns1:extLst>
              <ns1:ext uri="{FF2B5EF4-FFF2-40B4-BE49-F238E27FC236}">
                <ns2:creationId id="{85440600-D1C7-4B62-9CDE-0CDBF8D16DD3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4609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CAD track1_0012 (동일 문맥)</ns1:t>
            </ns1:r>
          </ns1:p>
        </ns0:txBody>
      </ns0:sp>
      <ns0:sp>
        <ns0:nvSpPr>
          <ns0:cNvPr id="186" name="06_185">
            <ns1:extLst>
              <ns1:ext uri="{FF2B5EF4-FFF2-40B4-BE49-F238E27FC236}">
                <ns2:creationId id="{39F7F21A-AF65-44AC-B1DF-49FDFDA1B83E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4969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H0C0S0 → H0C1S0: 충실도 0.9375→0.5</ns1:t>
            </ns1:r>
          </ns1:p>
        </ns0:txBody>
      </ns0:sp>
      <ns0:sp>
        <ns0:nvSpPr>
          <ns0:cNvPr id="187" name="06_186">
            <ns1:extLst>
              <ns1:ext uri="{FF2B5EF4-FFF2-40B4-BE49-F238E27FC236}">
                <ns2:creationId id="{8DDC8F3A-4750-42B2-8D2D-BBE911C5FE02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5329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OFF “외부 지식 활용의 우수성” / ON “위 내용 참조”</ns1:t>
            </ns1:r>
          </ns1:p>
        </ns0:txBody>
      </ns0:sp>
      <ns0:sp>
        <ns0:nvSpPr>
          <ns0:cNvPr id="188" name="06_187">
            <ns1:extLst>
              <ns1:ext uri="{FF2B5EF4-FFF2-40B4-BE49-F238E27FC236}">
                <ns2:creationId id="{D33A80ED-4210-47AE-B037-6AE4068E3443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5689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SCD ext_midm_005 (동일 문맥)</ns1:t>
            </ns1:r>
          </ns1:p>
        </ns0:txBody>
      </ns0:sp>
      <ns0:sp>
        <ns0:nvSpPr>
          <ns0:cNvPr id="189" name="06_188">
            <ns1:extLst>
              <ns1:ext uri="{FF2B5EF4-FFF2-40B4-BE49-F238E27FC236}">
                <ns2:creationId id="{C790EBD7-21C3-4F4A-8705-CDE511AD57C6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6049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H1C0S0 → H1C0S1: 한국어 문자 비율 0→0.7713</ns1:t>
            </ns1:r>
          </ns1:p>
        </ns0:txBody>
      </ns0:sp>
      <ns0:sp>
        <ns0:nvSpPr>
          <ns0:cNvPr id="190" name="06_189">
            <ns1:extLst>
              <ns1:ext uri="{FF2B5EF4-FFF2-40B4-BE49-F238E27FC236}">
                <ns2:creationId id="{97948B4D-89CA-49AF-ADEB-7F3795844850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6409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S0 “tasks such as math problems”</ns1:t>
            </ns1:r>
          </ns1:p>
        </ns0:txBody>
      </ns0:sp>
      <ns0:sp>
        <ns0:nvSpPr>
          <ns0:cNvPr id="191" name="06_190">
            <ns1:extLst>
              <ns1:ext uri="{FF2B5EF4-FFF2-40B4-BE49-F238E27FC236}">
                <ns2:creationId id="{CEA03AA0-883B-4A72-B7E4-95F16DC9318D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4084000"/>
            <ns1:ext cx="9684000" cy="36"/>
          </ns1:xfrm>
          <ns1:custGeom>
            <ns1:pathLst>
              <ns1:path w="9684000" h="36">
                <ns1:moveTo>
                  <ns1:pt x="0" y="0"/>
                </ns1:moveTo>
                <ns1:lnTo>
                  <ns1:pt x="9684000" y="0"/>
                </ns1:lnTo>
              </ns1:path>
            </ns1:pathLst>
          </ns1:custGeom>
          <ns1:noFill/>
          <ns1:ln w="9000">
            <ns1:solidFill>
              <ns1:srgbClr val="D8D0E0"/>
            </ns1:solidFill>
            <ns1:prstDash val="solid"/>
          </ns1:ln>
        </ns0:spPr>
      </ns0:sp>
      <ns0:sp>
        <ns0:nvSpPr>
          <ns0:cNvPr id="192" name="06_191">
            <ns1:extLst>
              <ns1:ext uri="{FF2B5EF4-FFF2-40B4-BE49-F238E27FC236}">
                <ns2:creationId id="{E7C01E5F-D760-4F9A-BC61-348CA883EA4B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6769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S1 “우리는 정기적인 간격으로”</ns1:t>
            </ns1:r>
          </ns1:p>
        </ns0:txBody>
      </ns0:sp>
      <ns0:sp>
        <ns0:nvSpPr>
          <ns0:cNvPr id="193" name="06_192">
            <ns1:extLst>
              <ns1:ext uri="{FF2B5EF4-FFF2-40B4-BE49-F238E27FC236}">
                <ns2:creationId id="{4E7D9EC7-B1A7-4DB0-96A7-7537C7A01C04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7129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이 SCD 사례는 전체 240쌍에 포함. 주 비교는 H0 120쌍.</ns1:t>
            </ns1:r>
          </ns1:p>
        </ns0:txBody>
      </ns0:sp>
      <ns0:sp>
        <ns0:nvSpPr>
          <ns0:cNvPr id="194" name="06_193">
            <ns1:extLst>
              <ns1:ext uri="{FF2B5EF4-FFF2-40B4-BE49-F238E27FC236}">
                <ns2:creationId id="{ABEE8EE4-3BD0-4EC5-8362-F22728AFD190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7165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195" name="06_194">
            <ns1:extLst>
              <ns1:ext uri="{FF2B5EF4-FFF2-40B4-BE49-F238E27FC236}">
                <ns2:creationId id="{2D0D4676-1191-4309-A49E-DACE9DE0D2A4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7165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196" name="06_195">
            <ns1:extLst>
              <ns1:ext uri="{FF2B5EF4-FFF2-40B4-BE49-F238E27FC236}">
                <ns2:creationId id="{E03387A3-D5F0-4DEA-9C94-0D60A24ABB2C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7165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197" name="06_196">
            <ns1:extLst>
              <ns1:ext uri="{FF2B5EF4-FFF2-40B4-BE49-F238E27FC236}">
                <ns2:creationId id="{9EB50ABC-60CD-41B5-83A8-ACF3B3550476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7165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198" name="06_197">
            <ns1:extLst>
              <ns1:ext uri="{FF2B5EF4-FFF2-40B4-BE49-F238E27FC236}">
                <ns2:creationId id="{CBDB0DC3-3A3A-4474-B174-F23BB946D9C4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4858000"/>
            <ns1:ext cx="9684000" cy="36"/>
          </ns1:xfrm>
          <ns1:custGeom>
            <ns1:pathLst>
              <ns1:path w="9684000" h="36">
                <ns1:moveTo>
                  <ns1:pt x="0" y="0"/>
                </ns1:moveTo>
                <ns1:lnTo>
                  <ns1:pt x="9684000" y="0"/>
                </ns1:lnTo>
              </ns1:path>
            </ns1:pathLst>
          </ns1:custGeom>
          <ns1:noFill/>
          <ns1:ln w="9000">
            <ns1:solidFill>
              <ns1:srgbClr val="D8D0E0"/>
            </ns1:solidFill>
            <ns1:prstDash val="solid"/>
          </ns1:ln>
        </ns0:spPr>
      </ns0:sp>
      <ns0:sp>
        <ns0:nvSpPr>
          <ns0:cNvPr id="199" name="06_198">
            <ns1:extLst>
              <ns1:ext uri="{FF2B5EF4-FFF2-40B4-BE49-F238E27FC236}">
                <ns2:creationId id="{62C58018-133D-4BAA-8127-F34A2DE846A3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7165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00" name="06_199">
            <ns1:extLst>
              <ns1:ext uri="{FF2B5EF4-FFF2-40B4-BE49-F238E27FC236}">
                <ns2:creationId id="{D5C4F380-E5F9-45DF-AE9E-5EE1D07056A2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7165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01" name="06_200">
            <ns1:extLst>
              <ns1:ext uri="{FF2B5EF4-FFF2-40B4-BE49-F238E27FC236}">
                <ns2:creationId id="{1C6A412A-697C-42BA-AF92-FED0EAFC31EE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7165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02" name="06_201">
            <ns1:extLst>
              <ns1:ext uri="{FF2B5EF4-FFF2-40B4-BE49-F238E27FC236}">
                <ns2:creationId id="{15F95156-98C3-44D2-8966-0A16A1BB9ECB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7165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03" name="06_202">
            <ns1:extLst>
              <ns1:ext uri="{FF2B5EF4-FFF2-40B4-BE49-F238E27FC236}">
                <ns2:creationId id="{79FE63E2-0754-43A7-B607-ECA67703D273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7165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04" name="06_203">
            <ns1:extLst>
              <ns1:ext uri="{FF2B5EF4-FFF2-40B4-BE49-F238E27FC236}">
                <ns2:creationId id="{32354C7E-83DA-4BCA-90FE-16F447101F8D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7165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05" name="06_204">
            <ns1:extLst>
              <ns1:ext uri="{FF2B5EF4-FFF2-40B4-BE49-F238E27FC236}">
                <ns2:creationId id="{2DD8AEA6-54F5-4D68-88C8-51B6E5FEDB7C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5632000"/>
            <ns1:ext cx="9684000" cy="36"/>
          </ns1:xfrm>
          <ns1:custGeom>
            <ns1:pathLst>
              <ns1:path w="9684000" h="36">
                <ns1:moveTo>
                  <ns1:pt x="0" y="0"/>
                </ns1:moveTo>
                <ns1:lnTo>
                  <ns1:pt x="9684000" y="0"/>
                </ns1:lnTo>
              </ns1:path>
            </ns1:pathLst>
          </ns1:custGeom>
          <ns1:noFill/>
          <ns1:ln w="9000">
            <ns1:solidFill>
              <ns1:srgbClr val="D8D0E0"/>
            </ns1:solidFill>
            <ns1:prstDash val="solid"/>
          </ns1:ln>
        </ns0:spPr>
      </ns0:sp>
      <ns0:sp>
        <ns0:nvSpPr>
          <ns0:cNvPr id="206" name="06_205">
            <ns1:extLst>
              <ns1:ext uri="{FF2B5EF4-FFF2-40B4-BE49-F238E27FC236}">
                <ns2:creationId id="{94ECA4C9-9835-4EE7-8A92-9BF486313B83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7165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07" name="06_206">
            <ns1:extLst>
              <ns1:ext uri="{FF2B5EF4-FFF2-40B4-BE49-F238E27FC236}">
                <ns2:creationId id="{4104DA9A-BC9A-4B86-AE6B-3F966EC46477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7165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08" name="06_207">
            <ns1:extLst>
              <ns1:ext uri="{FF2B5EF4-FFF2-40B4-BE49-F238E27FC236}">
                <ns2:creationId id="{7D6ECB11-2386-40B9-BC7C-32840D5A68FF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7165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09" name="06_208">
            <ns1:extLst>
              <ns1:ext uri="{FF2B5EF4-FFF2-40B4-BE49-F238E27FC236}">
                <ns2:creationId id="{4EDE08DF-CF92-423C-BC81-1700B06DC4BC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7165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1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10" name="06_209">
            <ns1:extLst>
              <ns1:ext uri="{FF2B5EF4-FFF2-40B4-BE49-F238E27FC236}">
                <ns2:creationId id="{DBEF7B7E-6AF1-4A58-8B58-123AF4A037BB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7165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11" name="06_210">
            <ns1:extLst>
              <ns1:ext uri="{FF2B5EF4-FFF2-40B4-BE49-F238E27FC236}">
                <ns2:creationId id="{1ED144A1-53E2-4BA5-8421-D991EB0B0DB1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7165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12" name="06_211">
            <ns1:extLst>
              <ns1:ext uri="{FF2B5EF4-FFF2-40B4-BE49-F238E27FC236}">
                <ns2:creationId id="{6A0D98B0-98AB-4F69-988A-CD05E6B9BA62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7165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13" name="06_212">
            <ns1:extLst>
              <ns1:ext uri="{FF2B5EF4-FFF2-40B4-BE49-F238E27FC236}">
                <ns2:creationId id="{465B1B1F-F41E-4EF8-B53F-DD07777427B9}"/>
              </ns1:ext>
            </ns1:extLst>
          </ns0:cNvPr>
          <ns0:cNvSpPr>
            <ns1:spLocks noGrp="1"/>
          </ns0:cNvSpPr>
          <ns0:nvPr/>
        </ns0:nvSpPr>
        <ns0:spPr>
          <ns1:xfrm>
            <ns1:off x="11088000" y="27165690"/>
            <ns1:ext cx="968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3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14" name="07_213">
            <ns1:extLst>
              <ns1:ext uri="{FF2B5EF4-FFF2-40B4-BE49-F238E27FC236}">
                <ns2:creationId id="{88F20F06-5E42-4CE9-878E-D5910C993A40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3688000"/>
            <ns1:ext cx="9684000" cy="3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215" name="07_214">
            <ns1:extLst>
              <ns1:ext uri="{FF2B5EF4-FFF2-40B4-BE49-F238E27FC236}">
                <ns2:creationId id="{7FF2544E-BAFF-46E9-94E4-72B5150384F5}"/>
              </ns1:ext>
            </ns1:extLst>
          </ns0:cNvPr>
          <ns0:cNvSpPr>
            <ns1:spLocks noGrp="1"/>
          </ns0:cNvSpPr>
          <ns0:nvPr/>
        </ns0:nvSpPr>
        <ns0:spPr>
          <ns1:xfrm>
            <ns1:off x="828000" y="23695320"/>
            <ns1:ext cx="19944000" cy="383472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24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07 결론</ns1:t>
            </ns1:r>
          </ns1:p>
        </ns0:txBody>
      </ns0:sp>
      <ns0:sp>
        <ns0:nvSpPr>
          <ns0:cNvPr id="216" name="07_215">
            <ns1:extLst>
              <ns1:ext uri="{FF2B5EF4-FFF2-40B4-BE49-F238E27FC236}">
                <ns2:creationId id="{E2D3DA8A-9998-46F3-A9FD-6321CA3F6C3C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4393690"/>
            <ns1:ext cx="1994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HyDE 적용 후 답변 관련성 평균 +0.0805</ns1:t>
            </ns1:r>
          </ns1:p>
        </ns0:txBody>
      </ns0:sp>
      <ns0:sp>
        <ns0:nvSpPr>
          <ns0:cNvPr id="217" name="07_216">
            <ns1:extLst>
              <ns1:ext uri="{FF2B5EF4-FFF2-40B4-BE49-F238E27FC236}">
                <ns2:creationId id="{8770ACD5-233C-4CD8-BBED-1861176E89B5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4825690"/>
            <ns1:ext cx="1994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CAD 근거 충실도 평균 +0.0288, 신뢰구간은 0 포함</ns1:t>
            </ns1:r>
          </ns1:p>
        </ns0:txBody>
      </ns0:sp>
      <ns0:sp>
        <ns0:nvSpPr>
          <ns0:cNvPr id="218" name="07_217">
            <ns1:extLst>
              <ns1:ext uri="{FF2B5EF4-FFF2-40B4-BE49-F238E27FC236}">
                <ns2:creationId id="{8EF619AA-CB66-4CF6-949A-2D7BEDF983BE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5257690"/>
            <ns1:ext cx="1994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H0S0의 CAD 실행 시간: 20.792초 → 63.867초</ns1:t>
            </ns1:r>
          </ns1:p>
        </ns0:txBody>
      </ns0:sp>
      <ns0:sp>
        <ns0:nvSpPr>
          <ns0:cNvPr id="219" name="07_218">
            <ns1:extLst>
              <ns1:ext uri="{FF2B5EF4-FFF2-40B4-BE49-F238E27FC236}">
                <ns2:creationId id="{5AB65291-2BC8-479B-956D-CCFF4C341824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5689690"/>
            <ns1:ext cx="1994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SCD: H0 동일 문맥 120쌍에서 한국어 비율 +0.2182</ns1:t>
            </ns1:r>
          </ns1:p>
        </ns0:txBody>
      </ns0:sp>
      <ns0:sp>
        <ns0:nvSpPr>
          <ns0:cNvPr id="220" name="07_219">
            <ns1:extLst>
              <ns1:ext uri="{FF2B5EF4-FFF2-40B4-BE49-F238E27FC236}">
                <ns2:creationId id="{DCEAA381-0470-4AE3-B57C-A6AEC00145EE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6121690"/>
            <ns1:ext cx="1994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평가 목적에 따라 답변 품질, 한국어 비율과 시간 비교</ns1:t>
            </ns1:r>
          </ns1:p>
        </ns0:txBody>
      </ns0:sp>
      <ns0:sp>
        <ns0:nvSpPr>
          <ns0:cNvPr id="221" name="07_220">
            <ns1:extLst>
              <ns1:ext uri="{FF2B5EF4-FFF2-40B4-BE49-F238E27FC236}">
                <ns2:creationId id="{D535EBA7-2738-4815-8550-AACC7F895296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6553690"/>
            <ns1:ext cx="19944000" cy="296604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55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8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영어 문서 4종, 한국어 질의 60개, 생성 모델 1종</ns1:t>
            </ns1:r>
          </ns1:p>
        </ns0:txBody>
      </ns0:sp>
      <ns0:sp>
        <ns0:nvSpPr>
          <ns0:cNvPr id="222" name="08_221">
            <ns1:extLst>
              <ns1:ext uri="{FF2B5EF4-FFF2-40B4-BE49-F238E27FC236}">
                <ns2:creationId id="{83C1DD57-8F59-4659-B670-09D1679EAF61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8044000"/>
            <ns1:ext cx="19944000" cy="396000"/>
          </ns1:xfrm>
          <ns1:prstGeom prst="rect">
            <ns1:avLst/>
          </ns1:prstGeom>
          <ns1:solidFill>
            <ns1:srgbClr val="6B5087"/>
          </ns1:solidFill>
          <ns1:ln w="0">
            <ns1:noFill/>
          </ns1:ln>
        </ns0:spPr>
      </ns0:sp>
      <ns0:sp>
        <ns0:nvSpPr>
          <ns0:cNvPr id="223" name="08_222">
            <ns1:extLst>
              <ns1:ext uri="{FF2B5EF4-FFF2-40B4-BE49-F238E27FC236}">
                <ns2:creationId id="{376DE94A-9A9D-47EB-9540-0C2470BEF978}"/>
              </ns1:ext>
            </ns1:extLst>
          </ns0:cNvPr>
          <ns0:cNvSpPr>
            <ns1:spLocks noGrp="1"/>
          </ns0:cNvSpPr>
          <ns0:nvPr/>
        </ns0:nvSpPr>
        <ns0:spPr>
          <ns1:xfrm>
            <ns1:off x="828000" y="28051320"/>
            <ns1:ext cx="19944000" cy="383472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2400" b="1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08 주요 참고문헌</ns1:t>
            </ns1:r>
          </ns1:p>
        </ns0:txBody>
      </ns0:sp>
      <ns0:sp>
        <ns0:nvSpPr>
          <ns0:cNvPr id="224" name="08_223">
            <ns1:extLst>
              <ns1:ext uri="{FF2B5EF4-FFF2-40B4-BE49-F238E27FC236}">
                <ns2:creationId id="{C0A7BA5A-2526-4982-85A0-74A8FEFA13D4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8627280"/>
            <ns1:ext cx="19944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[1] Lewis et al. RAG. NeurIPS, 2020.</ns1:t>
            </ns1:r>
          </ns1:p>
        </ns0:txBody>
      </ns0:sp>
      <ns0:sp>
        <ns0:nvSpPr>
          <ns0:cNvPr id="225" name="08_224">
            <ns1:extLst>
              <ns1:ext uri="{FF2B5EF4-FFF2-40B4-BE49-F238E27FC236}">
                <ns2:creationId id="{064E3369-3489-4657-870B-30A7326C613F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8951280"/>
            <ns1:ext cx="19944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[2] Gao et al. HyDE. ACL, 2023.</ns1:t>
            </ns1:r>
          </ns1:p>
        </ns0:txBody>
      </ns0:sp>
      <ns0:sp>
        <ns0:nvSpPr>
          <ns0:cNvPr id="226" name="08_225">
            <ns1:extLst>
              <ns1:ext uri="{FF2B5EF4-FFF2-40B4-BE49-F238E27FC236}">
                <ns2:creationId id="{FB2B0727-4E20-4126-9635-E109BF71E4DE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9275280"/>
            <ns1:ext cx="19944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[3] Shi et al. Context-Aware Decoding. NAACL, 2024.</ns1:t>
            </ns1:r>
          </ns1:p>
        </ns0:txBody>
      </ns0:sp>
      <ns0:sp>
        <ns0:nvSpPr>
          <ns0:cNvPr id="227" name="08_226">
            <ns1:extLst>
              <ns1:ext uri="{FF2B5EF4-FFF2-40B4-BE49-F238E27FC236}">
                <ns2:creationId id="{3EE0161D-5A1C-4C85-9E31-C2458CD1D654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8627280"/>
            <ns1:ext cx="9684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[4] Li et al. Language Drift and SCD. AAAI, 2026.</ns1:t>
            </ns1:r>
          </ns1:p>
        </ns0:txBody>
      </ns0:sp>
      <ns0:sp>
        <ns0:nvSpPr>
          <ns0:cNvPr id="228" name="08_227">
            <ns1:extLst>
              <ns1:ext uri="{FF2B5EF4-FFF2-40B4-BE49-F238E27FC236}">
                <ns2:creationId id="{BEFEBB4F-7E70-4029-8F61-9D8B1FB75964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8951280"/>
            <ns1:ext cx="9684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[5] Chen et al. M3-Embedding. ACL Findings, 2024.</ns1:t>
            </ns1:r>
          </ns1:p>
        </ns0:txBody>
      </ns0:sp>
      <ns0:sp>
        <ns0:nvSpPr>
          <ns0:cNvPr id="229" name="08_228">
            <ns1:extLst>
              <ns1:ext uri="{FF2B5EF4-FFF2-40B4-BE49-F238E27FC236}">
                <ns2:creationId id="{5B5BC171-0069-4442-BB17-755B1CDC843C}"/>
              </ns1:ext>
            </ns1:extLst>
          </ns0:cNvPr>
          <ns0:cNvSpPr>
            <ns1:spLocks noGrp="1"/>
          </ns0:cNvSpPr>
          <ns0:nvPr/>
        </ns0:nvSpPr>
        <ns0:spPr>
          <ns1:xfrm>
            <ns1:off x="10980000" y="29275280"/>
            <ns1:ext cx="9684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[10] Es et al. RAGAs. EACL Demonstrations, 2024.</ns1:t>
            </ns1:r>
          </ns1:p>
        </ns0:txBody>
      </ns0:sp>
      <ns0:sp>
        <ns0:nvSpPr>
          <ns0:cNvPr id="230" name="08_229">
            <ns1:extLst>
              <ns1:ext uri="{FF2B5EF4-FFF2-40B4-BE49-F238E27FC236}">
                <ns2:creationId id="{02A43457-C4C6-48A6-BD75-EA42D9F9F200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9671280"/>
            <ns1:ext cx="19944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>전체 22편과 모델 출처: 동봉 참고문헌 파일 및 졸업논문</ns1:t>
            </ns1:r>
          </ns1:p>
        </ns0:txBody>
      </ns0:sp>
      <ns0:sp>
        <ns0:nvSpPr>
          <ns0:cNvPr id="231" name="08_230">
            <ns1:extLst>
              <ns1:ext uri="{FF2B5EF4-FFF2-40B4-BE49-F238E27FC236}">
                <ns2:creationId id="{7A8BE151-36C6-483E-AA3F-4A2506C40004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8090880"/>
            <ns1:ext cx="19944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32" name="08_231">
            <ns1:extLst>
              <ns1:ext uri="{FF2B5EF4-FFF2-40B4-BE49-F238E27FC236}">
                <ns2:creationId id="{CBC1A622-1B04-46B7-B83F-112A9B9EDADA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8267280"/>
            <ns1:ext cx="19944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33" name="08_232">
            <ns1:extLst>
              <ns1:ext uri="{FF2B5EF4-FFF2-40B4-BE49-F238E27FC236}">
                <ns2:creationId id="{E6E554AD-C482-4366-8C94-DE8A904A26B6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8465280"/>
            <ns1:ext cx="19944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34" name="08_233">
            <ns1:extLst>
              <ns1:ext uri="{FF2B5EF4-FFF2-40B4-BE49-F238E27FC236}">
                <ns2:creationId id="{C9882EA5-B142-44E7-AF05-D26AD1212F74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8641680"/>
            <ns1:ext cx="19944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35" name="08_234">
            <ns1:extLst>
              <ns1:ext uri="{FF2B5EF4-FFF2-40B4-BE49-F238E27FC236}">
                <ns2:creationId id="{DB706278-B244-474E-B313-F911EF8C7651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8818080"/>
            <ns1:ext cx="19944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36" name="08_235">
            <ns1:extLst>
              <ns1:ext uri="{FF2B5EF4-FFF2-40B4-BE49-F238E27FC236}">
                <ns2:creationId id="{CC9EED9C-F418-4C0E-8DE3-244287A6BA4C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9016080"/>
            <ns1:ext cx="19944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37" name="08_236">
            <ns1:extLst>
              <ns1:ext uri="{FF2B5EF4-FFF2-40B4-BE49-F238E27FC236}">
                <ns2:creationId id="{B285BBA2-3D50-48BF-8C1D-6790F949913C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9214080"/>
            <ns1:ext cx="19944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38" name="08_237">
            <ns1:extLst>
              <ns1:ext uri="{FF2B5EF4-FFF2-40B4-BE49-F238E27FC236}">
                <ns2:creationId id="{979F0CF7-F8B1-416D-8914-EE9E4E0811AD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29390480"/>
            <ns1:ext cx="19944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39" name="08_238">
            <ns1:extLst>
              <ns1:ext uri="{FF2B5EF4-FFF2-40B4-BE49-F238E27FC236}">
                <ns2:creationId id="{ECEE036E-6806-44D7-B74A-7428F7C7CEBB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6791280"/>
            <ns1:ext cx="13176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40" name="08_239">
            <ns1:extLst>
              <ns1:ext uri="{FF2B5EF4-FFF2-40B4-BE49-F238E27FC236}">
                <ns2:creationId id="{AE47EFBF-F719-4B8B-9557-0A06CF52E5E7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6989280"/>
            <ns1:ext cx="13176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41" name="08_240">
            <ns1:extLst>
              <ns1:ext uri="{FF2B5EF4-FFF2-40B4-BE49-F238E27FC236}">
                <ns2:creationId id="{9657EFD7-EF21-4446-924B-BA8726B79658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7165680"/>
            <ns1:ext cx="13176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42" name="08_241">
            <ns1:extLst>
              <ns1:ext uri="{FF2B5EF4-FFF2-40B4-BE49-F238E27FC236}">
                <ns2:creationId id="{F63A102E-0C84-415A-A21E-DD15B5DD3EF7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7363680"/>
            <ns1:ext cx="13176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43" name="08_242">
            <ns1:extLst>
              <ns1:ext uri="{FF2B5EF4-FFF2-40B4-BE49-F238E27FC236}">
                <ns2:creationId id="{8D11D073-CA1B-454F-88F5-9E3C89F9CFE4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7540080"/>
            <ns1:ext cx="13176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44" name="08_243">
            <ns1:extLst>
              <ns1:ext uri="{FF2B5EF4-FFF2-40B4-BE49-F238E27FC236}">
                <ns2:creationId id="{C7251F60-C8A8-42BE-95A8-7E6EFE92BB68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7738080"/>
            <ns1:ext cx="13176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45" name="08_244">
            <ns1:extLst>
              <ns1:ext uri="{FF2B5EF4-FFF2-40B4-BE49-F238E27FC236}">
                <ns2:creationId id="{D5C57408-F89C-4002-8E9B-DC83D1D53E77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7914480"/>
            <ns1:ext cx="13176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46" name="08_245">
            <ns1:extLst>
              <ns1:ext uri="{FF2B5EF4-FFF2-40B4-BE49-F238E27FC236}">
                <ns2:creationId id="{4F434A0B-FEDE-4C07-B5E8-F70447BBFCFF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8112480"/>
            <ns1:ext cx="13176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47" name="08_246">
            <ns1:extLst>
              <ns1:ext uri="{FF2B5EF4-FFF2-40B4-BE49-F238E27FC236}">
                <ns2:creationId id="{6B0B881B-2F76-42EE-B7CD-432BE02673F8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8288880"/>
            <ns1:ext cx="13176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48" name="08_247">
            <ns1:extLst>
              <ns1:ext uri="{FF2B5EF4-FFF2-40B4-BE49-F238E27FC236}">
                <ns2:creationId id="{584074DC-A1EF-4015-B39C-73D595CA897E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8486880"/>
            <ns1:ext cx="13176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49" name="08_248">
            <ns1:extLst>
              <ns1:ext uri="{FF2B5EF4-FFF2-40B4-BE49-F238E27FC236}">
                <ns2:creationId id="{9009B95A-923D-4F81-99C3-F2AAC1EAA8D9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8663280"/>
            <ns1:ext cx="13176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50" name="08_249">
            <ns1:extLst>
              <ns1:ext uri="{FF2B5EF4-FFF2-40B4-BE49-F238E27FC236}">
                <ns2:creationId id="{57841480-2896-4BF9-9FAE-A89C754B9564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8861280"/>
            <ns1:ext cx="13176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51" name="08_250">
            <ns1:extLst>
              <ns1:ext uri="{FF2B5EF4-FFF2-40B4-BE49-F238E27FC236}">
                <ns2:creationId id="{A03ADBC6-2CAA-4417-805F-AA05B87670F6}"/>
              </ns1:ext>
            </ns1:extLst>
          </ns0:cNvPr>
          <ns0:cNvSpPr>
            <ns1:spLocks noGrp="1"/>
          </ns0:cNvSpPr>
          <ns0:nvPr/>
        </ns0:nvSpPr>
        <ns0:spPr>
          <ns1:xfrm>
            <ns1:off x="7488000" y="29037680"/>
            <ns1:ext cx="13176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52" name="08_251">
            <ns1:extLst>
              <ns1:ext uri="{FF2B5EF4-FFF2-40B4-BE49-F238E27FC236}">
                <ns2:creationId id="{9C2F79E9-1189-4165-B0AB-9BBBF211004F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6791280"/>
            <ns1:ext cx="6408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53" name="08_252">
            <ns1:extLst>
              <ns1:ext uri="{FF2B5EF4-FFF2-40B4-BE49-F238E27FC236}">
                <ns2:creationId id="{FE4FD333-6602-4841-A0DE-953E6DA67D7A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6967680"/>
            <ns1:ext cx="6408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54" name="08_253">
            <ns1:extLst>
              <ns1:ext uri="{FF2B5EF4-FFF2-40B4-BE49-F238E27FC236}">
                <ns2:creationId id="{E2D61D64-72BE-462B-B669-1F41EEEF037E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7165680"/>
            <ns1:ext cx="6408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55" name="08_254">
            <ns1:extLst>
              <ns1:ext uri="{FF2B5EF4-FFF2-40B4-BE49-F238E27FC236}">
                <ns2:creationId id="{7EFCC248-942C-4BFA-A649-50D4178D2B96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7363680"/>
            <ns1:ext cx="6408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56" name="08_255">
            <ns1:extLst>
              <ns1:ext uri="{FF2B5EF4-FFF2-40B4-BE49-F238E27FC236}">
                <ns2:creationId id="{6E7B5F43-1078-40AC-9445-DC390FC829B2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7540080"/>
            <ns1:ext cx="6408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57" name="08_256">
            <ns1:extLst>
              <ns1:ext uri="{FF2B5EF4-FFF2-40B4-BE49-F238E27FC236}">
                <ns2:creationId id="{0645F00B-CAF7-4B5A-B60F-7DF959CF6560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7738080"/>
            <ns1:ext cx="6408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58" name="08_257">
            <ns1:extLst>
              <ns1:ext uri="{FF2B5EF4-FFF2-40B4-BE49-F238E27FC236}">
                <ns2:creationId id="{8D3DE0EB-CAF5-4495-933A-134A39B35C29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7936080"/>
            <ns1:ext cx="6408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59" name="08_258">
            <ns1:extLst>
              <ns1:ext uri="{FF2B5EF4-FFF2-40B4-BE49-F238E27FC236}">
                <ns2:creationId id="{AC99D4DF-638F-40FD-AB78-1F2D5A1F0940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8112480"/>
            <ns1:ext cx="6408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60" name="08_259">
            <ns1:extLst>
              <ns1:ext uri="{FF2B5EF4-FFF2-40B4-BE49-F238E27FC236}">
                <ns2:creationId id="{A98A1C67-DFCB-4C8A-9FC5-6D9B4E4F5CAD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8310480"/>
            <ns1:ext cx="6408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61" name="08_260">
            <ns1:extLst>
              <ns1:ext uri="{FF2B5EF4-FFF2-40B4-BE49-F238E27FC236}">
                <ns2:creationId id="{53D8C2D0-4F1B-4830-A969-435EA92820AD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8486880"/>
            <ns1:ext cx="6408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62" name="08_261">
            <ns1:extLst>
              <ns1:ext uri="{FF2B5EF4-FFF2-40B4-BE49-F238E27FC236}">
                <ns2:creationId id="{220DE42E-EBFC-487F-A171-BD29D0A4DE21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8684880"/>
            <ns1:ext cx="6408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63" name="08_262">
            <ns1:extLst>
              <ns1:ext uri="{FF2B5EF4-FFF2-40B4-BE49-F238E27FC236}">
                <ns2:creationId id="{A4DCB744-C759-42DF-B777-33B75394FAE5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8861280"/>
            <ns1:ext cx="6408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64" name="08_263">
            <ns1:extLst>
              <ns1:ext uri="{FF2B5EF4-FFF2-40B4-BE49-F238E27FC236}">
                <ns2:creationId id="{AD521BD9-8F4F-42BF-B6CA-B28A614737C2}"/>
              </ns1:ext>
            </ns1:extLst>
          </ns0:cNvPr>
          <ns0:cNvSpPr>
            <ns1:spLocks noGrp="1"/>
          </ns0:cNvSpPr>
          <ns0:nvPr/>
        </ns0:nvSpPr>
        <ns0:spPr>
          <ns1:xfrm>
            <ns1:off x="14256000" y="29059280"/>
            <ns1:ext cx="6408000" cy="267648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1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</ns1:pPr>
            <ns1:r>
              <ns1:rPr sz="1600" b="0">
                <ns1:solidFill>
                  <ns1:srgbClr val="263445"/>
                </ns1:solidFill>
                <ns1:latin typeface="Malgun Gothic"/>
                <ns1:ea typeface="Malgun Gothic"/>
                <ns1:cs typeface="Malgun Gothic"/>
              </ns1:rPr>
              <ns1:t/>
            </ns1:r>
          </ns1:p>
        </ns0:txBody>
      </ns0:sp>
      <ns0:sp>
        <ns0:nvSpPr>
          <ns0:cNvPr id="265" name="08_264">
            <ns1:extLst>
              <ns1:ext uri="{FF2B5EF4-FFF2-40B4-BE49-F238E27FC236}">
                <ns2:creationId id="{4DCC6438-F6B1-406B-B9F1-49D7A17B0023}"/>
              </ns1:ext>
            </ns1:extLst>
          </ns0:cNvPr>
          <ns0:cNvSpPr>
            <ns1:spLocks noGrp="1"/>
          </ns0:cNvSpPr>
          <ns0:nvPr/>
        </ns0:nvSpPr>
        <ns0:spPr>
          <ns1:xfrm>
            <ns1:off x="720000" y="30001317"/>
            <ns1:ext cx="2944502" cy="18669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0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0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0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한국어 질의–영어 학술·기술 문서 RAG 조합 실험</ns1:t>
            </ns1:r>
          </ns1:p>
        </ns0:txBody>
      </ns0:sp>
      <ns0:sp>
        <ns0:nvSpPr>
          <ns0:cNvPr id="266" name="08_265">
            <ns1:extLst>
              <ns1:ext uri="{FF2B5EF4-FFF2-40B4-BE49-F238E27FC236}">
                <ns2:creationId id="{CC619176-0BAD-4E08-9110-99A1422AFA0C}"/>
              </ns1:ext>
            </ns1:extLst>
          </ns0:cNvPr>
          <ns0:cNvSpPr>
            <ns1:spLocks noGrp="1"/>
          </ns0:cNvSpPr>
          <ns0:nvPr/>
        </ns0:nvSpPr>
        <ns0:spPr>
          <ns1:xfrm>
            <ns1:off x="19118299" y="30001317"/>
            <ns1:ext cx="1581701" cy="186690"/>
          </ns1:xfrm>
          <ns1:prstGeom prst="rect">
            <ns1:avLst/>
          </ns1:prstGeom>
          <ns1:noFill/>
          <ns1:ln w="0">
            <ns1:noFill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0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defPPr>
          </ns1:lstStyle>
          <ns1:p>
            <ns1:pPr algn="l">
              <ns1:lnSpc>
                <ns1:spcPct val="100000"/>
              </ns1:lnSpc>
              <ns1:buNone/>
              <ns1:defRPr sz="10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050" b="0">
                <ns1:solidFill>
                  <ns1:srgbClr val="596579"/>
                </ns1:solidFill>
                <ns1:latin typeface="Malgun Gothic"/>
                <ns1:ea typeface="Malgun Gothic"/>
                <ns1:cs typeface="Malgun Gothic"/>
              </ns1:rPr>
              <ns1:t>A1 · 593.99 × 840.98 mm</ns1:t>
            </ns1:r>
          </ns1:p>
        </ns0:txBody>
      </ns0:sp>
    </ns0:spTree>
    <ns0:extLst>
      <ns0:ext uri="{BB962C8B-B14F-4D97-AF65-F5344CB8AC3E}">
        <ns5:creationId val="1863662838"/>
      </ns0:ext>
    </ns0:extLst>
  </ns0:cSld>
</ns0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2026-10-10T08:02:16.4770000Z</dcterms:created>
  <dcterms:modified xsi:type="dcterms:W3CDTF">2026-10-10T08:02:16.4770000Z</dcterms:modified>
</coreProperties>
</file>