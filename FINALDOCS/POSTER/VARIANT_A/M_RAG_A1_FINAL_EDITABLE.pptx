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2880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76000"/>
            <a:ext cx="19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240000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265200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찾아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질문과 원문의 어휘가 달라 근거 구간을 찾기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근거를 한국어 답변에 충실히 옮기기 어려움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0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답변이 근거를 따라 영어로 바뀌는 언어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80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세 문제에 맞춘 HyDE, CAD, SCD를 같은 질문 60개에 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80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 유형마다 각 기법의 이득과 손실을 비교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5286198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6000" y="5311398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예시 질문으로 본 단독 기법의 작동</a:t>
            </a:r>
          </a:p>
        </p:txBody>
      </p:sp>
      <p:pic>
        <p:nvPicPr>
          <p:cNvPr id="15" name="Picture 14" descr="poster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5934198"/>
            <a:ext cx="19800000" cy="77219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2000" y="13692124"/>
            <a:ext cx="19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HyDE Hypothetical Document Embeddings   CAD Context-Aware Decoding   SCD Soft Constrained Decoding   패널마다 미적용과 단독 적용 조건을 비교, 점 위치와 글자 크기는 원리를 보인 개념도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14088124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14113324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질문과 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1470012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15개씩, 한국어 질문 60개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15107425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18개, 방법 25개, 개념과 결과 17개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1551472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기법의 적용 여부를 조합한 조건 8개, 답변 480개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000" y="1592202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관측값은 모두 0에서 1, 앞의 네 지표는 RAGAS로 계산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16329329"/>
            <a:ext cx="9612000" cy="670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SCD 조건 4, 6, 7, 8의 충실도, 정밀도, 재현율은
  한국어 번역 근거로 평가해 같은 언어 조건끼리 비교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980000" y="14700124"/>
          <a:ext cx="9611999" cy="236229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48461"/>
                <a:gridCol w="5083269"/>
                <a:gridCol w="2680269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측정 내용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답변의 주장 중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근거에 충실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역으로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모호하거나 회피하는 답변은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답변에 유용한 구간의 순위가 높은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순위가 적절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답변의 주장을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정답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출력 언어, 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792000" y="17215931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000" y="1724113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질문 유형별 평균 점수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92000" y="17827931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792000" y="21697491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충실도, 정밀도, 재현율의 굵은 값은 SCD 미적용 조건과 적용 조건 안에서 각각 구한 최댓값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000" y="22106027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000" y="22658563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6000" y="22683763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방법 질문 25개의 원점수 평행좌표</a:t>
            </a:r>
          </a:p>
        </p:txBody>
      </p:sp>
      <p:pic>
        <p:nvPicPr>
          <p:cNvPr id="32" name="Picture 31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3270563"/>
            <a:ext cx="19800000" cy="423893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92000" y="27545501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28098037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6000" y="28123237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결론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2000" y="28710037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관련성과 응답 시간이 중요하면 HyDE 하나(개념과 결과 질문 포함)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2000" y="29150869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80000" y="28710037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한국어 답변은 세 기법(방법 질문 세 지표가 SCD 단독보다 높음)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80000" y="29150869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 일관된 이득은 SCD의 한국어 비율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000" y="29663700"/>
            <a:ext cx="1980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 [2] Gao et al., HyDE, ACL 2023   [3] Shi et al., CAD, NAACL 2024   [4] Li et al., SCD, AAAI 2026 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