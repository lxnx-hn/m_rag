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2880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324000"/>
            <a:ext cx="19800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한국어 질의로 영어 학술 및 기술 문서를 검색하는</a:t>
            </a:r>
          </a:p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RAG에서의 HyDE, CAD, SCD 조합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376000"/>
            <a:ext cx="198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</a:rPr>
              <a:t>[학과] [학번] [이름], 지도교수 [지도교수]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3240000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3265200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01 연구 배경과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3852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질문으로 영어 논문을 찾아 한국어로 답하는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4294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질문과 원문의 어휘가 달라 근거 구간을 찾기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736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영어 근거를 한국어 답변에 충실히 옮기기 어려움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0000" y="3852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답변이 근거를 따라 영어로 바뀌는 언어 이탈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80000" y="4294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세 문제에 맞춘 HyDE, CAD, SCD를 같은 질문 60개에 조합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80000" y="4736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질문 유형마다 각 기법의 이득과 손실을 비교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5286198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6000" y="5311398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02 예시 질문으로 본 단독 기법의 작동</a:t>
            </a:r>
          </a:p>
        </p:txBody>
      </p:sp>
      <p:pic>
        <p:nvPicPr>
          <p:cNvPr id="15" name="Picture 14" descr="poster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5934198"/>
            <a:ext cx="19800000" cy="772192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92000" y="13692124"/>
            <a:ext cx="19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77777"/>
                </a:solidFill>
                <a:latin typeface="Malgun Gothic"/>
                <a:ea typeface="Malgun Gothic"/>
              </a:rPr>
              <a:t>HyDE Hypothetical Document Embeddings   CAD Context-Aware Decoding   SCD Soft Constrained Decoding   패널마다 미적용과 단독 적용 조건을 비교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14088124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6000" y="14113324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03 질문과 평가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" y="14700124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영어 문서 4종에서 15개씩, 한국어 질문 60개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15107425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수치 18개, 방법 25개, 개념과 결과 17개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" y="15514726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세 기법의 적용 여부를 조합한 조건 8개, 답변 480개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000" y="15922027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관측값은 모두 0에서 1, 앞의 네 지표는 RAGAS로 계산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000" y="16329329"/>
            <a:ext cx="9612000" cy="6706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SCD 조건 4, 6, 7, 8의 충실도, 정밀도, 재현율은
  한국어 번역 근거로 평가해 같은 언어 조건끼리 비교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980000" y="14700124"/>
          <a:ext cx="9611999" cy="2362299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48461"/>
                <a:gridCol w="5083269"/>
                <a:gridCol w="2680269"/>
              </a:tblGrid>
              <a:tr h="349814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측정 내용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값의 방향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답변의 주장 중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근거에 충실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답변에서 역으로 만든 질문과 원래 질문의 유사도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모호하거나 회피하는 답변은 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질문에 부합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답변에 유용한 구간의 순위가 높은 정도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순위가 적절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답변의 주장을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정답 근거 확보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출력 언어, 한글 ÷ (한글 + ASCII 영문자)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한국어 출력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792000" y="17215931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000" y="17241131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04 질문 유형별 평균 점수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792000" y="17827931"/>
          <a:ext cx="19799991" cy="376155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68656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</a:tblGrid>
              <a:tr h="34981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 v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792000" y="21697491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충실도, 정밀도, 재현율의 굵은 값은 SCD 미적용 조건과 적용 조건 안에서 각각 구한 최댓값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2000" y="22106027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관련성은 방법 질문에서 HyDE가 0.57에서 0.74로, 충실도는 수치 질문에서 CAD가 0.83에서 0.90으로 높임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000" y="22658563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6000" y="22683763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05 방법 질문 25개의 원점수 평행좌표</a:t>
            </a:r>
          </a:p>
        </p:txBody>
      </p:sp>
      <p:pic>
        <p:nvPicPr>
          <p:cNvPr id="32" name="Picture 31" descr="poster_parall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3270563"/>
            <a:ext cx="19800000" cy="423893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92000" y="27545501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 적용 후 관련성 축의 선이 위로 모이고 관련성 0점 답변이 5개에서 1개로 줄어듦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2000" y="28098037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6000" y="28123237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06 결론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2000" y="28710037"/>
            <a:ext cx="9612000" cy="368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263044"/>
                </a:solidFill>
                <a:latin typeface="Malgun Gothic"/>
                <a:ea typeface="Malgun Gothic"/>
              </a:rPr>
              <a:t>- 관련성과 처리 시간이 중요하면 HyDE 하나(개념과 결과 질문 포함)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2000" y="29150869"/>
            <a:ext cx="9612000" cy="368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263044"/>
                </a:solidFill>
                <a:latin typeface="Malgun Gothic"/>
                <a:ea typeface="Malgun Gothic"/>
              </a:rPr>
              <a:t>- 수치 질문은 정답 구간의 검색을 확인하고 충실도는 HyDE+CAD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80000" y="28710037"/>
            <a:ext cx="9612000" cy="368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263044"/>
                </a:solidFill>
                <a:latin typeface="Malgun Gothic"/>
                <a:ea typeface="Malgun Gothic"/>
              </a:rPr>
              <a:t>- 한국어 답변은 세 기법(방법 질문 세 지표가 SCD 단독보다 높음)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80000" y="29150869"/>
            <a:ext cx="9612000" cy="368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263044"/>
                </a:solidFill>
                <a:latin typeface="Malgun Gothic"/>
                <a:ea typeface="Malgun Gothic"/>
              </a:rPr>
              <a:t>- 조합은 HyDE 단독보다 관련성이 낮고 일관된 이득은 SCD의 한국어 비율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2000" y="29663700"/>
            <a:ext cx="1980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[1] Lewis et al., RAG, NeurIPS 2020   [2] Gao et al., HyDE, ACL 2023   [3] Shi et al., CAD, NAACL 2024   [4] Li et al., SCD, AAAI 2026   [5] Es et al., RAGAs, EACL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