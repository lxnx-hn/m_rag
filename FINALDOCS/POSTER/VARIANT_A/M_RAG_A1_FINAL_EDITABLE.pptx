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0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0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80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528619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6000" y="531139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예시 질문으로 본 단독 기법의 작동</a:t>
            </a:r>
          </a:p>
        </p:txBody>
      </p:sp>
      <p:pic>
        <p:nvPicPr>
          <p:cNvPr id="15" name="Picture 14" descr="poster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5934198"/>
            <a:ext cx="19800000" cy="77219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2000" y="13692124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비교, 점 위치와 글자 크기는 원리를 보인 개념도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14088124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14113324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질문과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1470012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1510742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1551472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1592202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관측값은 모두 0에서 1, 앞의 네 지표는 RAGAS로 계산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6329329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980000" y="14700124"/>
          <a:ext cx="9611999" cy="236229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48461"/>
                <a:gridCol w="5083269"/>
                <a:gridCol w="2680269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측정 내용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답변의 주장 중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근거에 충실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역으로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모호하거나 회피하는 답변은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답변에 유용한 구간의 순위가 높은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순위가 적절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답변의 주장을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정답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출력 언어, 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792000" y="1721593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000" y="1724113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 유형별 평균 점수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92000" y="17827931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92000" y="21697491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000" y="22106027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80000" y="2265856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24000" y="2268376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결론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80000" y="23342563"/>
            <a:ext cx="9612000" cy="804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63044"/>
                </a:solidFill>
                <a:latin typeface="Malgun Gothic"/>
                <a:ea typeface="Malgun Gothic"/>
              </a:rPr>
              <a:t>- 관련성과 응답 시간이 중요하면 HyDE 하나
  (개념과 결과 질문 포함)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80000" y="24651286"/>
            <a:ext cx="9612000" cy="402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80000" y="25557647"/>
            <a:ext cx="9612000" cy="402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80000" y="26464009"/>
            <a:ext cx="9612000" cy="804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
  일관된 이득은 SCD의 한국어 비율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2000" y="2265856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6000" y="2268376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방법 질문 25개의 원점수 평행좌표</a:t>
            </a:r>
          </a:p>
        </p:txBody>
      </p:sp>
      <p:pic>
        <p:nvPicPr>
          <p:cNvPr id="38" name="Picture 37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3270563"/>
            <a:ext cx="9612000" cy="556508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2000" y="28871646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
  관련성 0점 답변이 5개에서 1개로 줄어듦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9706719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