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단독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77219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3692124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4088124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4113324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47001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512542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5550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80000" y="14700124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답변 품질은 RAGAS의 근거 충실도, 답변 관련성,
  문맥 정밀도, 문맥 재현율(0에서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80000" y="15460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출력 언어는 한국어 문자 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80000" y="15886027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1679063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681583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7402630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1272190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21680726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80000" y="22233262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24000" y="22258462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2284526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2356601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80000" y="2428677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0000" y="250075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80000" y="2609697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24000" y="2612217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실제 답변에서 확인한 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670897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80000" y="274297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80000" y="2815048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887124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000" y="22233262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000" y="22258462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44" name="Picture 43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2845262"/>
            <a:ext cx="9612000" cy="599035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92000" y="28871614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29706686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