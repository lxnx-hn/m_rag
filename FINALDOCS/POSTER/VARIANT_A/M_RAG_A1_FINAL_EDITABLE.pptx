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384000" cy="30276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384000" cy="2880000"/>
          </a:xfrm>
          <a:prstGeom prst="rect">
            <a:avLst/>
          </a:prstGeom>
          <a:solidFill>
            <a:srgbClr val="6951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2000" y="324000"/>
            <a:ext cx="19800000" cy="1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6200" b="1">
                <a:solidFill>
                  <a:srgbClr val="FFFFFF"/>
                </a:solidFill>
                <a:latin typeface="Malgun Gothic"/>
                <a:ea typeface="Malgun Gothic"/>
              </a:rPr>
              <a:t>한국어 질의로 영어 학술 및 기술 문서를 검색하는</a:t>
            </a:r>
          </a:p>
          <a:p>
            <a:pPr algn="ctr">
              <a:lnSpc>
                <a:spcPct val="105000"/>
              </a:lnSpc>
            </a:pPr>
            <a:r>
              <a:rPr sz="6200" b="1">
                <a:solidFill>
                  <a:srgbClr val="FFFFFF"/>
                </a:solidFill>
                <a:latin typeface="Malgun Gothic"/>
                <a:ea typeface="Malgun Gothic"/>
              </a:rPr>
              <a:t>RAG에서의 HyDE, CAD, SCD 조합 실험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2000" y="2376000"/>
            <a:ext cx="19800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0">
                <a:solidFill>
                  <a:srgbClr val="FFFFFF"/>
                </a:solidFill>
                <a:latin typeface="Malgun Gothic"/>
                <a:ea typeface="Malgun Gothic"/>
              </a:rPr>
              <a:t>[학과] [학번] [이름], 지도교수 [지도교수]</a:t>
            </a:r>
          </a:p>
        </p:txBody>
      </p:sp>
      <p:sp>
        <p:nvSpPr>
          <p:cNvPr id="5" name="Rectangle 4"/>
          <p:cNvSpPr/>
          <p:nvPr/>
        </p:nvSpPr>
        <p:spPr>
          <a:xfrm>
            <a:off x="792000" y="3240000"/>
            <a:ext cx="19800000" cy="468000"/>
          </a:xfrm>
          <a:prstGeom prst="rect">
            <a:avLst/>
          </a:prstGeom>
          <a:solidFill>
            <a:srgbClr val="6951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6000" y="3265200"/>
            <a:ext cx="19512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FFFFFF"/>
                </a:solidFill>
                <a:latin typeface="Malgun Gothic"/>
                <a:ea typeface="Malgun Gothic"/>
              </a:rPr>
              <a:t>01 연구 배경과 목적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000" y="3852000"/>
            <a:ext cx="9612000" cy="3520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0">
                <a:solidFill>
                  <a:srgbClr val="263044"/>
                </a:solidFill>
                <a:latin typeface="Malgun Gothic"/>
                <a:ea typeface="Malgun Gothic"/>
              </a:rPr>
              <a:t>- 한국어 질문으로 영어 논문을 찾아 한국어로 답하는 RAG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2000" y="4294066"/>
            <a:ext cx="9612000" cy="3520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0">
                <a:solidFill>
                  <a:srgbClr val="263044"/>
                </a:solidFill>
                <a:latin typeface="Malgun Gothic"/>
                <a:ea typeface="Malgun Gothic"/>
              </a:rPr>
              <a:t>- 질문과 원문의 어휘가 달라 근거 구간을 찾기 어려움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000" y="4736132"/>
            <a:ext cx="9612000" cy="3520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0">
                <a:solidFill>
                  <a:srgbClr val="263044"/>
                </a:solidFill>
                <a:latin typeface="Malgun Gothic"/>
                <a:ea typeface="Malgun Gothic"/>
              </a:rPr>
              <a:t>- 영어 근거를 한국어 답변에 충실히 옮기기 어려움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0000" y="3852000"/>
            <a:ext cx="9612000" cy="3520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0">
                <a:solidFill>
                  <a:srgbClr val="263044"/>
                </a:solidFill>
                <a:latin typeface="Malgun Gothic"/>
                <a:ea typeface="Malgun Gothic"/>
              </a:rPr>
              <a:t>- 답변이 근거를 따라 영어로 바뀌는 언어 이탈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80000" y="4294066"/>
            <a:ext cx="9612000" cy="3520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0">
                <a:solidFill>
                  <a:srgbClr val="263044"/>
                </a:solidFill>
                <a:latin typeface="Malgun Gothic"/>
                <a:ea typeface="Malgun Gothic"/>
              </a:rPr>
              <a:t>- 세 문제에 맞춘 HyDE, CAD, SCD를 같은 질문 60개에 조합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80000" y="4736132"/>
            <a:ext cx="9612000" cy="3520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0">
                <a:solidFill>
                  <a:srgbClr val="263044"/>
                </a:solidFill>
                <a:latin typeface="Malgun Gothic"/>
                <a:ea typeface="Malgun Gothic"/>
              </a:rPr>
              <a:t>- 질문 유형마다 각 기법의 이득과 손실을 비교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2000" y="5286198"/>
            <a:ext cx="19800000" cy="468000"/>
          </a:xfrm>
          <a:prstGeom prst="rect">
            <a:avLst/>
          </a:prstGeom>
          <a:solidFill>
            <a:srgbClr val="6951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6000" y="5311398"/>
            <a:ext cx="19512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FFFFFF"/>
                </a:solidFill>
                <a:latin typeface="Malgun Gothic"/>
                <a:ea typeface="Malgun Gothic"/>
              </a:rPr>
              <a:t>02 예시 질문으로 본 단독 기법의 작동</a:t>
            </a:r>
          </a:p>
        </p:txBody>
      </p:sp>
      <p:pic>
        <p:nvPicPr>
          <p:cNvPr id="15" name="Picture 14" descr="poster_mechanis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000" y="5934198"/>
            <a:ext cx="19800000" cy="772192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92000" y="13692124"/>
            <a:ext cx="19800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777777"/>
                </a:solidFill>
                <a:latin typeface="Malgun Gothic"/>
                <a:ea typeface="Malgun Gothic"/>
              </a:rPr>
              <a:t>HyDE Hypothetical Document Embeddings   CAD Context-Aware Decoding   SCD Soft Constrained Decoding   패널마다 미적용과 단독 적용 조건을 비교, 점 위치와 글자 크기는 원리를 보인 개념도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2000" y="14088124"/>
            <a:ext cx="19800000" cy="468000"/>
          </a:xfrm>
          <a:prstGeom prst="rect">
            <a:avLst/>
          </a:prstGeom>
          <a:solidFill>
            <a:srgbClr val="6951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6000" y="14113324"/>
            <a:ext cx="19512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FFFFFF"/>
                </a:solidFill>
                <a:latin typeface="Malgun Gothic"/>
                <a:ea typeface="Malgun Gothic"/>
              </a:rPr>
              <a:t>03 질문과 평가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2000" y="14700124"/>
            <a:ext cx="9612000" cy="33530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263044"/>
                </a:solidFill>
                <a:latin typeface="Malgun Gothic"/>
                <a:ea typeface="Malgun Gothic"/>
              </a:rPr>
              <a:t>- 영어 문서 4종에서 15개씩, 한국어 질문 60개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2000" y="15125425"/>
            <a:ext cx="9612000" cy="33530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263044"/>
                </a:solidFill>
                <a:latin typeface="Malgun Gothic"/>
                <a:ea typeface="Malgun Gothic"/>
              </a:rPr>
              <a:t>- 수치 18개, 방법 25개, 개념과 결과 17개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2000" y="15550726"/>
            <a:ext cx="9612000" cy="33530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263044"/>
                </a:solidFill>
                <a:latin typeface="Malgun Gothic"/>
                <a:ea typeface="Malgun Gothic"/>
              </a:rPr>
              <a:t>- 세 기법의 적용 여부를 조합한 조건 8개, 답변 480개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80000" y="14700124"/>
            <a:ext cx="9612000" cy="670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263044"/>
                </a:solidFill>
                <a:latin typeface="Malgun Gothic"/>
                <a:ea typeface="Malgun Gothic"/>
              </a:rPr>
              <a:t>- 답변 품질은 RAGAS의 근거 충실도, 답변 관련성,
  문맥 정밀도, 문맥 재현율(0에서 1)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80000" y="15460726"/>
            <a:ext cx="9612000" cy="33530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263044"/>
                </a:solidFill>
                <a:latin typeface="Malgun Gothic"/>
                <a:ea typeface="Malgun Gothic"/>
              </a:rPr>
              <a:t>- 출력 언어는 한국어 문자 비율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80000" y="15886027"/>
            <a:ext cx="9612000" cy="670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263044"/>
                </a:solidFill>
                <a:latin typeface="Malgun Gothic"/>
                <a:ea typeface="Malgun Gothic"/>
              </a:rPr>
              <a:t>- SCD 조건 4, 6, 7, 8의 충실도, 정밀도, 재현율은
  한국어 번역 근거로 평가해 같은 언어 조건끼리 비교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2000" y="16790630"/>
            <a:ext cx="19800000" cy="468000"/>
          </a:xfrm>
          <a:prstGeom prst="rect">
            <a:avLst/>
          </a:prstGeom>
          <a:solidFill>
            <a:srgbClr val="6951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6000" y="16815830"/>
            <a:ext cx="19512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FFFFFF"/>
                </a:solidFill>
                <a:latin typeface="Malgun Gothic"/>
                <a:ea typeface="Malgun Gothic"/>
              </a:rPr>
              <a:t>04 질문 유형별 평균 점수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792000" y="17402630"/>
          <a:ext cx="19799991" cy="3761555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068656"/>
                <a:gridCol w="1182089"/>
                <a:gridCol w="1182089"/>
                <a:gridCol w="1182089"/>
                <a:gridCol w="1182089"/>
                <a:gridCol w="1182089"/>
                <a:gridCol w="1182089"/>
                <a:gridCol w="1182089"/>
                <a:gridCol w="1182089"/>
                <a:gridCol w="1182089"/>
                <a:gridCol w="1182089"/>
                <a:gridCol w="1182089"/>
                <a:gridCol w="1182089"/>
                <a:gridCol w="1182089"/>
                <a:gridCol w="1182089"/>
                <a:gridCol w="1182089"/>
              </a:tblGrid>
              <a:tr h="349814">
                <a:tc rowSpan="2"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63044"/>
                          </a:solidFill>
                          <a:latin typeface="Malgun Gothic"/>
                        </a:rPr>
                        <a:t>조건</a:t>
                      </a:r>
                    </a:p>
                  </a:txBody>
                  <a:tcPr marL="57600" marR="57600" marT="21600" marB="21600" anchor="ctr">
                    <a:solidFill>
                      <a:srgbClr val="FFFFFF"/>
                    </a:solidFill>
                    <a:lnL w="9525">
                      <a:solidFill>
                        <a:srgbClr val="777777"/>
                      </a:solidFill>
                    </a:lnL>
                    <a:lnR w="9525">
                      <a:solidFill>
                        <a:srgbClr val="777777"/>
                      </a:solidFill>
                    </a:lnR>
                    <a:lnT w="9525">
                      <a:solidFill>
                        <a:srgbClr val="777777"/>
                      </a:solidFill>
                    </a:lnT>
                    <a:lnB w="9525">
                      <a:solidFill>
                        <a:srgbClr val="777777"/>
                      </a:solidFill>
                    </a:lnB>
                  </a:tcPr>
                </a:tc>
                <a:tc gridSpan="3"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63044"/>
                          </a:solidFill>
                          <a:latin typeface="Malgun Gothic"/>
                        </a:rPr>
                        <a:t>근거 충실도</a:t>
                      </a:r>
                    </a:p>
                  </a:txBody>
                  <a:tcPr marL="57600" marR="57600" marT="21600" marB="21600" anchor="ctr">
                    <a:solidFill>
                      <a:srgbClr val="FFFFFF"/>
                    </a:solidFill>
                    <a:lnL w="9525">
                      <a:solidFill>
                        <a:srgbClr val="777777"/>
                      </a:solidFill>
                    </a:lnL>
                    <a:lnR w="9525">
                      <a:solidFill>
                        <a:srgbClr val="777777"/>
                      </a:solidFill>
                    </a:lnR>
                    <a:lnT w="9525">
                      <a:solidFill>
                        <a:srgbClr val="777777"/>
                      </a:solidFill>
                    </a:lnT>
                    <a:lnB w="9525">
                      <a:solidFill>
                        <a:srgbClr val="777777"/>
                      </a:solidFill>
                    </a:lnB>
                  </a:tcPr>
                </a:tc>
                <a:tc hMerge="1"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63044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marL="57600" marR="57600" marT="21600" marB="21600" anchor="ctr">
                    <a:solidFill>
                      <a:srgbClr val="FFFFFF"/>
                    </a:solidFill>
                    <a:lnL w="9525">
                      <a:solidFill>
                        <a:srgbClr val="777777"/>
                      </a:solidFill>
                    </a:lnL>
                    <a:lnR w="9525">
                      <a:solidFill>
                        <a:srgbClr val="777777"/>
                      </a:solidFill>
                    </a:lnR>
                    <a:lnT w="9525">
                      <a:solidFill>
                        <a:srgbClr val="777777"/>
                      </a:solidFill>
                    </a:lnT>
                    <a:lnB w="9525">
                      <a:solidFill>
                        <a:srgbClr val="777777"/>
                      </a:solidFill>
                    </a:lnB>
                  </a:tcPr>
                </a:tc>
                <a:tc hMerge="1"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63044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marL="57600" marR="57600" marT="21600" marB="21600" anchor="ctr">
                    <a:solidFill>
                      <a:srgbClr val="FFFFFF"/>
                    </a:solidFill>
                    <a:lnL w="9525">
                      <a:solidFill>
                        <a:srgbClr val="777777"/>
                      </a:solidFill>
                    </a:lnL>
                    <a:lnR w="9525">
                      <a:solidFill>
                        <a:srgbClr val="777777"/>
                      </a:solidFill>
                    </a:lnR>
                    <a:lnT w="9525">
                      <a:solidFill>
                        <a:srgbClr val="777777"/>
                      </a:solidFill>
                    </a:lnT>
                    <a:lnB w="9525">
                      <a:solidFill>
                        <a:srgbClr val="777777"/>
                      </a:solidFill>
                    </a:lnB>
                  </a:tcPr>
                </a:tc>
                <a:tc gridSpan="3"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63044"/>
                          </a:solidFill>
                          <a:latin typeface="Malgun Gothic"/>
                        </a:rPr>
                        <a:t>답변 관련성</a:t>
                      </a:r>
                    </a:p>
                  </a:txBody>
                  <a:tcPr marL="57600" marR="57600" marT="21600" marB="21600" anchor="ctr">
                    <a:solidFill>
                      <a:srgbClr val="FFFFFF"/>
                    </a:solidFill>
                    <a:lnL w="9525">
                      <a:solidFill>
                        <a:srgbClr val="777777"/>
                      </a:solidFill>
                    </a:lnL>
                    <a:lnR w="9525">
                      <a:solidFill>
                        <a:srgbClr val="777777"/>
                      </a:solidFill>
                    </a:lnR>
                    <a:lnT w="9525">
                      <a:solidFill>
                        <a:srgbClr val="777777"/>
                      </a:solidFill>
                    </a:lnT>
                    <a:lnB w="9525">
                      <a:solidFill>
                        <a:srgbClr val="777777"/>
                      </a:solidFill>
                    </a:lnB>
                  </a:tcPr>
                </a:tc>
                <a:tc hMerge="1"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63044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marL="57600" marR="57600" marT="21600" marB="21600" anchor="ctr">
                    <a:solidFill>
                      <a:srgbClr val="FFFFFF"/>
                    </a:solidFill>
                    <a:lnL w="9525">
                      <a:solidFill>
                        <a:srgbClr val="777777"/>
                      </a:solidFill>
                    </a:lnL>
                    <a:lnR w="9525">
                      <a:solidFill>
                        <a:srgbClr val="777777"/>
                      </a:solidFill>
                    </a:lnR>
                    <a:lnT w="9525">
                      <a:solidFill>
                        <a:srgbClr val="777777"/>
                      </a:solidFill>
                    </a:lnT>
                    <a:lnB w="9525">
                      <a:solidFill>
                        <a:srgbClr val="777777"/>
                      </a:solidFill>
                    </a:lnB>
                  </a:tcPr>
                </a:tc>
                <a:tc hMerge="1"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63044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marL="57600" marR="57600" marT="21600" marB="21600" anchor="ctr">
                    <a:solidFill>
                      <a:srgbClr val="FFFFFF"/>
                    </a:solidFill>
                    <a:lnL w="9525">
                      <a:solidFill>
                        <a:srgbClr val="777777"/>
                      </a:solidFill>
                    </a:lnL>
                    <a:lnR w="9525">
                      <a:solidFill>
                        <a:srgbClr val="777777"/>
                      </a:solidFill>
                    </a:lnR>
                    <a:lnT w="9525">
                      <a:solidFill>
                        <a:srgbClr val="777777"/>
                      </a:solidFill>
                    </a:lnT>
                    <a:lnB w="9525">
                      <a:solidFill>
                        <a:srgbClr val="777777"/>
                      </a:solidFill>
                    </a:lnB>
                  </a:tcPr>
                </a:tc>
                <a:tc gridSpan="3"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63044"/>
                          </a:solidFill>
                          <a:latin typeface="Malgun Gothic"/>
                        </a:rPr>
                        <a:t>문맥 정밀도</a:t>
                      </a:r>
                    </a:p>
                  </a:txBody>
                  <a:tcPr marL="57600" marR="57600" marT="21600" marB="21600" anchor="ctr">
                    <a:solidFill>
                      <a:srgbClr val="FFFFFF"/>
                    </a:solidFill>
                    <a:lnL w="9525">
                      <a:solidFill>
                        <a:srgbClr val="777777"/>
                      </a:solidFill>
                    </a:lnL>
                    <a:lnR w="9525">
                      <a:solidFill>
                        <a:srgbClr val="777777"/>
                      </a:solidFill>
                    </a:lnR>
                    <a:lnT w="9525">
                      <a:solidFill>
                        <a:srgbClr val="777777"/>
                      </a:solidFill>
                    </a:lnT>
                    <a:lnB w="9525">
                      <a:solidFill>
                        <a:srgbClr val="777777"/>
                      </a:solidFill>
                    </a:lnB>
                  </a:tcPr>
                </a:tc>
                <a:tc hMerge="1"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63044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marL="57600" marR="57600" marT="21600" marB="21600" anchor="ctr">
                    <a:solidFill>
                      <a:srgbClr val="FFFFFF"/>
                    </a:solidFill>
                    <a:lnL w="9525">
                      <a:solidFill>
                        <a:srgbClr val="777777"/>
                      </a:solidFill>
                    </a:lnL>
                    <a:lnR w="9525">
                      <a:solidFill>
                        <a:srgbClr val="777777"/>
                      </a:solidFill>
                    </a:lnR>
                    <a:lnT w="9525">
                      <a:solidFill>
                        <a:srgbClr val="777777"/>
                      </a:solidFill>
                    </a:lnT>
                    <a:lnB w="9525">
                      <a:solidFill>
                        <a:srgbClr val="777777"/>
                      </a:solidFill>
                    </a:lnB>
                  </a:tcPr>
                </a:tc>
                <a:tc hMerge="1"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63044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marL="57600" marR="57600" marT="21600" marB="21600" anchor="ctr">
                    <a:solidFill>
                      <a:srgbClr val="FFFFFF"/>
                    </a:solidFill>
                    <a:lnL w="9525">
                      <a:solidFill>
                        <a:srgbClr val="777777"/>
                      </a:solidFill>
                    </a:lnL>
                    <a:lnR w="9525">
                      <a:solidFill>
                        <a:srgbClr val="777777"/>
                      </a:solidFill>
                    </a:lnR>
                    <a:lnT w="9525">
                      <a:solidFill>
                        <a:srgbClr val="777777"/>
                      </a:solidFill>
                    </a:lnT>
                    <a:lnB w="9525">
                      <a:solidFill>
                        <a:srgbClr val="777777"/>
                      </a:solidFill>
                    </a:lnB>
                  </a:tcPr>
                </a:tc>
                <a:tc gridSpan="3"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63044"/>
                          </a:solidFill>
                          <a:latin typeface="Malgun Gothic"/>
                        </a:rPr>
                        <a:t>문맥 재현율</a:t>
                      </a:r>
                    </a:p>
                  </a:txBody>
                  <a:tcPr marL="57600" marR="57600" marT="21600" marB="21600" anchor="ctr">
                    <a:solidFill>
                      <a:srgbClr val="FFFFFF"/>
                    </a:solidFill>
                    <a:lnL w="9525">
                      <a:solidFill>
                        <a:srgbClr val="777777"/>
                      </a:solidFill>
                    </a:lnL>
                    <a:lnR w="9525">
                      <a:solidFill>
                        <a:srgbClr val="777777"/>
                      </a:solidFill>
                    </a:lnR>
                    <a:lnT w="9525">
                      <a:solidFill>
                        <a:srgbClr val="777777"/>
                      </a:solidFill>
                    </a:lnT>
                    <a:lnB w="9525">
                      <a:solidFill>
                        <a:srgbClr val="777777"/>
                      </a:solidFill>
                    </a:lnB>
                  </a:tcPr>
                </a:tc>
                <a:tc hMerge="1"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63044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marL="57600" marR="57600" marT="21600" marB="21600" anchor="ctr">
                    <a:solidFill>
                      <a:srgbClr val="FFFFFF"/>
                    </a:solidFill>
                    <a:lnL w="9525">
                      <a:solidFill>
                        <a:srgbClr val="777777"/>
                      </a:solidFill>
                    </a:lnL>
                    <a:lnR w="9525">
                      <a:solidFill>
                        <a:srgbClr val="777777"/>
                      </a:solidFill>
                    </a:lnR>
                    <a:lnT w="9525">
                      <a:solidFill>
                        <a:srgbClr val="777777"/>
                      </a:solidFill>
                    </a:lnT>
                    <a:lnB w="9525">
                      <a:solidFill>
                        <a:srgbClr val="777777"/>
                      </a:solidFill>
                    </a:lnB>
                  </a:tcPr>
                </a:tc>
                <a:tc hMerge="1"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63044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marL="57600" marR="57600" marT="21600" marB="21600" anchor="ctr">
                    <a:solidFill>
                      <a:srgbClr val="FFFFFF"/>
                    </a:solidFill>
                    <a:lnL w="9525">
                      <a:solidFill>
                        <a:srgbClr val="777777"/>
                      </a:solidFill>
                    </a:lnL>
                    <a:lnR w="9525">
                      <a:solidFill>
                        <a:srgbClr val="777777"/>
                      </a:solidFill>
                    </a:lnR>
                    <a:lnT w="9525">
                      <a:solidFill>
                        <a:srgbClr val="777777"/>
                      </a:solidFill>
                    </a:lnT>
                    <a:lnB w="9525">
                      <a:solidFill>
                        <a:srgbClr val="777777"/>
                      </a:solidFill>
                    </a:lnB>
                  </a:tcPr>
                </a:tc>
                <a:tc gridSpan="3"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63044"/>
                          </a:solidFill>
                          <a:latin typeface="Malgun Gothic"/>
                        </a:rPr>
                        <a:t>한국어 문자 비율</a:t>
                      </a:r>
                    </a:p>
                  </a:txBody>
                  <a:tcPr marL="57600" marR="57600" marT="21600" marB="21600" anchor="ctr">
                    <a:solidFill>
                      <a:srgbClr val="FFFFFF"/>
                    </a:solidFill>
                    <a:lnL w="9525">
                      <a:solidFill>
                        <a:srgbClr val="777777"/>
                      </a:solidFill>
                    </a:lnL>
                    <a:lnR w="9525">
                      <a:solidFill>
                        <a:srgbClr val="777777"/>
                      </a:solidFill>
                    </a:lnR>
                    <a:lnT w="9525">
                      <a:solidFill>
                        <a:srgbClr val="777777"/>
                      </a:solidFill>
                    </a:lnT>
                    <a:lnB w="9525">
                      <a:solidFill>
                        <a:srgbClr val="777777"/>
                      </a:solidFill>
                    </a:lnB>
                  </a:tcPr>
                </a:tc>
                <a:tc hMerge="1"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63044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marL="57600" marR="57600" marT="21600" marB="21600" anchor="ctr">
                    <a:solidFill>
                      <a:srgbClr val="FFFFFF"/>
                    </a:solidFill>
                    <a:lnL w="9525">
                      <a:solidFill>
                        <a:srgbClr val="777777"/>
                      </a:solidFill>
                    </a:lnL>
                    <a:lnR w="9525">
                      <a:solidFill>
                        <a:srgbClr val="777777"/>
                      </a:solidFill>
                    </a:lnR>
                    <a:lnT w="9525">
                      <a:solidFill>
                        <a:srgbClr val="777777"/>
                      </a:solidFill>
                    </a:lnT>
                    <a:lnB w="9525">
                      <a:solidFill>
                        <a:srgbClr val="777777"/>
                      </a:solidFill>
                    </a:lnB>
                  </a:tcPr>
                </a:tc>
                <a:tc hMerge="1"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63044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marL="57600" marR="57600" marT="21600" marB="21600" anchor="ctr">
                    <a:solidFill>
                      <a:srgbClr val="FFFFFF"/>
                    </a:solidFill>
                    <a:lnL w="9525">
                      <a:solidFill>
                        <a:srgbClr val="777777"/>
                      </a:solidFill>
                    </a:lnL>
                    <a:lnR w="9525">
                      <a:solidFill>
                        <a:srgbClr val="777777"/>
                      </a:solidFill>
                    </a:lnR>
                    <a:lnT w="9525">
                      <a:solidFill>
                        <a:srgbClr val="777777"/>
                      </a:solidFill>
                    </a:lnT>
                    <a:lnB w="9525">
                      <a:solidFill>
                        <a:srgbClr val="777777"/>
                      </a:solidFill>
                    </a:lnB>
                  </a:tcPr>
                </a:tc>
              </a:tr>
              <a:tr h="613229">
                <a:tc vMerge="1"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63044"/>
                          </a:solidFill>
                          <a:latin typeface="Malgun Gothic"/>
                        </a:rPr>
                        <a:t/>
                      </a:r>
                    </a:p>
                  </a:txBody>
                  <a:tcPr marL="57600" marR="57600" marT="21600" marB="21600" anchor="ctr">
                    <a:solidFill>
                      <a:srgbClr val="FFFFFF"/>
                    </a:solidFill>
                    <a:lnL w="9525">
                      <a:solidFill>
                        <a:srgbClr val="777777"/>
                      </a:solidFill>
                    </a:lnL>
                    <a:lnR w="9525">
                      <a:solidFill>
                        <a:srgbClr val="777777"/>
                      </a:solidFill>
                    </a:lnR>
                    <a:lnT w="9525">
                      <a:solidFill>
                        <a:srgbClr val="777777"/>
                      </a:solidFill>
                    </a:lnT>
                    <a:lnB w="9525">
                      <a:solidFill>
                        <a:srgbClr val="77777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63044"/>
                          </a:solidFill>
                          <a:latin typeface="Malgun Gothic"/>
                        </a:rPr>
                        <a:t>수치</a:t>
                      </a:r>
                    </a:p>
                  </a:txBody>
                  <a:tcPr marL="57600" marR="57600" marT="21600" marB="21600" anchor="ctr">
                    <a:solidFill>
                      <a:srgbClr val="FFFFFF"/>
                    </a:solidFill>
                    <a:lnL w="9525">
                      <a:solidFill>
                        <a:srgbClr val="777777"/>
                      </a:solidFill>
                    </a:lnL>
                    <a:lnR w="9525">
                      <a:solidFill>
                        <a:srgbClr val="777777"/>
                      </a:solidFill>
                    </a:lnR>
                    <a:lnT w="9525">
                      <a:solidFill>
                        <a:srgbClr val="777777"/>
                      </a:solidFill>
                    </a:lnT>
                    <a:lnB w="9525">
                      <a:solidFill>
                        <a:srgbClr val="77777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63044"/>
                          </a:solidFill>
                          <a:latin typeface="Malgun Gothic"/>
                        </a:rPr>
                        <a:t>방법</a:t>
                      </a:r>
                    </a:p>
                  </a:txBody>
                  <a:tcPr marL="57600" marR="57600" marT="21600" marB="21600" anchor="ctr">
                    <a:solidFill>
                      <a:srgbClr val="FFFFFF"/>
                    </a:solidFill>
                    <a:lnL w="9525">
                      <a:solidFill>
                        <a:srgbClr val="777777"/>
                      </a:solidFill>
                    </a:lnL>
                    <a:lnR w="9525">
                      <a:solidFill>
                        <a:srgbClr val="777777"/>
                      </a:solidFill>
                    </a:lnR>
                    <a:lnT w="9525">
                      <a:solidFill>
                        <a:srgbClr val="777777"/>
                      </a:solidFill>
                    </a:lnT>
                    <a:lnB w="9525">
                      <a:solidFill>
                        <a:srgbClr val="77777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63044"/>
                          </a:solidFill>
                          <a:latin typeface="Malgun Gothic"/>
                        </a:rPr>
                        <a:t>개념과</a:t>
                      </a:r>
                    </a:p>
                    <a:p>
                      <a:pPr algn="ctr"/>
                      <a:r>
                        <a:rPr sz="1700" b="1">
                          <a:solidFill>
                            <a:srgbClr val="263044"/>
                          </a:solidFill>
                          <a:latin typeface="Malgun Gothic"/>
                        </a:rPr>
                        <a:t>결과</a:t>
                      </a:r>
                    </a:p>
                  </a:txBody>
                  <a:tcPr marL="57600" marR="57600" marT="21600" marB="21600" anchor="ctr">
                    <a:solidFill>
                      <a:srgbClr val="FFFFFF"/>
                    </a:solidFill>
                    <a:lnL w="9525">
                      <a:solidFill>
                        <a:srgbClr val="777777"/>
                      </a:solidFill>
                    </a:lnL>
                    <a:lnR w="9525">
                      <a:solidFill>
                        <a:srgbClr val="777777"/>
                      </a:solidFill>
                    </a:lnR>
                    <a:lnT w="9525">
                      <a:solidFill>
                        <a:srgbClr val="777777"/>
                      </a:solidFill>
                    </a:lnT>
                    <a:lnB w="9525">
                      <a:solidFill>
                        <a:srgbClr val="77777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63044"/>
                          </a:solidFill>
                          <a:latin typeface="Malgun Gothic"/>
                        </a:rPr>
                        <a:t>수치</a:t>
                      </a:r>
                    </a:p>
                  </a:txBody>
                  <a:tcPr marL="57600" marR="57600" marT="21600" marB="21600" anchor="ctr">
                    <a:solidFill>
                      <a:srgbClr val="FFFFFF"/>
                    </a:solidFill>
                    <a:lnL w="9525">
                      <a:solidFill>
                        <a:srgbClr val="777777"/>
                      </a:solidFill>
                    </a:lnL>
                    <a:lnR w="9525">
                      <a:solidFill>
                        <a:srgbClr val="777777"/>
                      </a:solidFill>
                    </a:lnR>
                    <a:lnT w="9525">
                      <a:solidFill>
                        <a:srgbClr val="777777"/>
                      </a:solidFill>
                    </a:lnT>
                    <a:lnB w="9525">
                      <a:solidFill>
                        <a:srgbClr val="77777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63044"/>
                          </a:solidFill>
                          <a:latin typeface="Malgun Gothic"/>
                        </a:rPr>
                        <a:t>방법</a:t>
                      </a:r>
                    </a:p>
                  </a:txBody>
                  <a:tcPr marL="57600" marR="57600" marT="21600" marB="21600" anchor="ctr">
                    <a:solidFill>
                      <a:srgbClr val="FFFFFF"/>
                    </a:solidFill>
                    <a:lnL w="9525">
                      <a:solidFill>
                        <a:srgbClr val="777777"/>
                      </a:solidFill>
                    </a:lnL>
                    <a:lnR w="9525">
                      <a:solidFill>
                        <a:srgbClr val="777777"/>
                      </a:solidFill>
                    </a:lnR>
                    <a:lnT w="9525">
                      <a:solidFill>
                        <a:srgbClr val="777777"/>
                      </a:solidFill>
                    </a:lnT>
                    <a:lnB w="9525">
                      <a:solidFill>
                        <a:srgbClr val="77777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63044"/>
                          </a:solidFill>
                          <a:latin typeface="Malgun Gothic"/>
                        </a:rPr>
                        <a:t>개념과</a:t>
                      </a:r>
                    </a:p>
                    <a:p>
                      <a:pPr algn="ctr"/>
                      <a:r>
                        <a:rPr sz="1700" b="1">
                          <a:solidFill>
                            <a:srgbClr val="263044"/>
                          </a:solidFill>
                          <a:latin typeface="Malgun Gothic"/>
                        </a:rPr>
                        <a:t>결과</a:t>
                      </a:r>
                    </a:p>
                  </a:txBody>
                  <a:tcPr marL="57600" marR="57600" marT="21600" marB="21600" anchor="ctr">
                    <a:solidFill>
                      <a:srgbClr val="FFFFFF"/>
                    </a:solidFill>
                    <a:lnL w="9525">
                      <a:solidFill>
                        <a:srgbClr val="777777"/>
                      </a:solidFill>
                    </a:lnL>
                    <a:lnR w="9525">
                      <a:solidFill>
                        <a:srgbClr val="777777"/>
                      </a:solidFill>
                    </a:lnR>
                    <a:lnT w="9525">
                      <a:solidFill>
                        <a:srgbClr val="777777"/>
                      </a:solidFill>
                    </a:lnT>
                    <a:lnB w="9525">
                      <a:solidFill>
                        <a:srgbClr val="77777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63044"/>
                          </a:solidFill>
                          <a:latin typeface="Malgun Gothic"/>
                        </a:rPr>
                        <a:t>수치</a:t>
                      </a:r>
                    </a:p>
                  </a:txBody>
                  <a:tcPr marL="57600" marR="57600" marT="21600" marB="21600" anchor="ctr">
                    <a:solidFill>
                      <a:srgbClr val="FFFFFF"/>
                    </a:solidFill>
                    <a:lnL w="9525">
                      <a:solidFill>
                        <a:srgbClr val="777777"/>
                      </a:solidFill>
                    </a:lnL>
                    <a:lnR w="9525">
                      <a:solidFill>
                        <a:srgbClr val="777777"/>
                      </a:solidFill>
                    </a:lnR>
                    <a:lnT w="9525">
                      <a:solidFill>
                        <a:srgbClr val="777777"/>
                      </a:solidFill>
                    </a:lnT>
                    <a:lnB w="9525">
                      <a:solidFill>
                        <a:srgbClr val="77777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63044"/>
                          </a:solidFill>
                          <a:latin typeface="Malgun Gothic"/>
                        </a:rPr>
                        <a:t>방법</a:t>
                      </a:r>
                    </a:p>
                  </a:txBody>
                  <a:tcPr marL="57600" marR="57600" marT="21600" marB="21600" anchor="ctr">
                    <a:solidFill>
                      <a:srgbClr val="FFFFFF"/>
                    </a:solidFill>
                    <a:lnL w="9525">
                      <a:solidFill>
                        <a:srgbClr val="777777"/>
                      </a:solidFill>
                    </a:lnL>
                    <a:lnR w="9525">
                      <a:solidFill>
                        <a:srgbClr val="777777"/>
                      </a:solidFill>
                    </a:lnR>
                    <a:lnT w="9525">
                      <a:solidFill>
                        <a:srgbClr val="777777"/>
                      </a:solidFill>
                    </a:lnT>
                    <a:lnB w="9525">
                      <a:solidFill>
                        <a:srgbClr val="77777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63044"/>
                          </a:solidFill>
                          <a:latin typeface="Malgun Gothic"/>
                        </a:rPr>
                        <a:t>개념과</a:t>
                      </a:r>
                    </a:p>
                    <a:p>
                      <a:pPr algn="ctr"/>
                      <a:r>
                        <a:rPr sz="1700" b="1">
                          <a:solidFill>
                            <a:srgbClr val="263044"/>
                          </a:solidFill>
                          <a:latin typeface="Malgun Gothic"/>
                        </a:rPr>
                        <a:t>결과</a:t>
                      </a:r>
                    </a:p>
                  </a:txBody>
                  <a:tcPr marL="57600" marR="57600" marT="21600" marB="21600" anchor="ctr">
                    <a:solidFill>
                      <a:srgbClr val="FFFFFF"/>
                    </a:solidFill>
                    <a:lnL w="9525">
                      <a:solidFill>
                        <a:srgbClr val="777777"/>
                      </a:solidFill>
                    </a:lnL>
                    <a:lnR w="9525">
                      <a:solidFill>
                        <a:srgbClr val="777777"/>
                      </a:solidFill>
                    </a:lnR>
                    <a:lnT w="9525">
                      <a:solidFill>
                        <a:srgbClr val="777777"/>
                      </a:solidFill>
                    </a:lnT>
                    <a:lnB w="9525">
                      <a:solidFill>
                        <a:srgbClr val="77777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63044"/>
                          </a:solidFill>
                          <a:latin typeface="Malgun Gothic"/>
                        </a:rPr>
                        <a:t>수치</a:t>
                      </a:r>
                    </a:p>
                  </a:txBody>
                  <a:tcPr marL="57600" marR="57600" marT="21600" marB="21600" anchor="ctr">
                    <a:solidFill>
                      <a:srgbClr val="FFFFFF"/>
                    </a:solidFill>
                    <a:lnL w="9525">
                      <a:solidFill>
                        <a:srgbClr val="777777"/>
                      </a:solidFill>
                    </a:lnL>
                    <a:lnR w="9525">
                      <a:solidFill>
                        <a:srgbClr val="777777"/>
                      </a:solidFill>
                    </a:lnR>
                    <a:lnT w="9525">
                      <a:solidFill>
                        <a:srgbClr val="777777"/>
                      </a:solidFill>
                    </a:lnT>
                    <a:lnB w="9525">
                      <a:solidFill>
                        <a:srgbClr val="77777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63044"/>
                          </a:solidFill>
                          <a:latin typeface="Malgun Gothic"/>
                        </a:rPr>
                        <a:t>방법</a:t>
                      </a:r>
                    </a:p>
                  </a:txBody>
                  <a:tcPr marL="57600" marR="57600" marT="21600" marB="21600" anchor="ctr">
                    <a:solidFill>
                      <a:srgbClr val="FFFFFF"/>
                    </a:solidFill>
                    <a:lnL w="9525">
                      <a:solidFill>
                        <a:srgbClr val="777777"/>
                      </a:solidFill>
                    </a:lnL>
                    <a:lnR w="9525">
                      <a:solidFill>
                        <a:srgbClr val="777777"/>
                      </a:solidFill>
                    </a:lnR>
                    <a:lnT w="9525">
                      <a:solidFill>
                        <a:srgbClr val="777777"/>
                      </a:solidFill>
                    </a:lnT>
                    <a:lnB w="9525">
                      <a:solidFill>
                        <a:srgbClr val="77777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63044"/>
                          </a:solidFill>
                          <a:latin typeface="Malgun Gothic"/>
                        </a:rPr>
                        <a:t>개념과</a:t>
                      </a:r>
                    </a:p>
                    <a:p>
                      <a:pPr algn="ctr"/>
                      <a:r>
                        <a:rPr sz="1700" b="1">
                          <a:solidFill>
                            <a:srgbClr val="263044"/>
                          </a:solidFill>
                          <a:latin typeface="Malgun Gothic"/>
                        </a:rPr>
                        <a:t>결과</a:t>
                      </a:r>
                    </a:p>
                  </a:txBody>
                  <a:tcPr marL="57600" marR="57600" marT="21600" marB="21600" anchor="ctr">
                    <a:solidFill>
                      <a:srgbClr val="FFFFFF"/>
                    </a:solidFill>
                    <a:lnL w="9525">
                      <a:solidFill>
                        <a:srgbClr val="777777"/>
                      </a:solidFill>
                    </a:lnL>
                    <a:lnR w="9525">
                      <a:solidFill>
                        <a:srgbClr val="777777"/>
                      </a:solidFill>
                    </a:lnR>
                    <a:lnT w="9525">
                      <a:solidFill>
                        <a:srgbClr val="777777"/>
                      </a:solidFill>
                    </a:lnT>
                    <a:lnB w="9525">
                      <a:solidFill>
                        <a:srgbClr val="77777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63044"/>
                          </a:solidFill>
                          <a:latin typeface="Malgun Gothic"/>
                        </a:rPr>
                        <a:t>수치</a:t>
                      </a:r>
                    </a:p>
                  </a:txBody>
                  <a:tcPr marL="57600" marR="57600" marT="21600" marB="21600" anchor="ctr">
                    <a:solidFill>
                      <a:srgbClr val="FFFFFF"/>
                    </a:solidFill>
                    <a:lnL w="9525">
                      <a:solidFill>
                        <a:srgbClr val="777777"/>
                      </a:solidFill>
                    </a:lnL>
                    <a:lnR w="9525">
                      <a:solidFill>
                        <a:srgbClr val="777777"/>
                      </a:solidFill>
                    </a:lnR>
                    <a:lnT w="9525">
                      <a:solidFill>
                        <a:srgbClr val="777777"/>
                      </a:solidFill>
                    </a:lnT>
                    <a:lnB w="9525">
                      <a:solidFill>
                        <a:srgbClr val="77777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63044"/>
                          </a:solidFill>
                          <a:latin typeface="Malgun Gothic"/>
                        </a:rPr>
                        <a:t>방법</a:t>
                      </a:r>
                    </a:p>
                  </a:txBody>
                  <a:tcPr marL="57600" marR="57600" marT="21600" marB="21600" anchor="ctr">
                    <a:solidFill>
                      <a:srgbClr val="FFFFFF"/>
                    </a:solidFill>
                    <a:lnL w="9525">
                      <a:solidFill>
                        <a:srgbClr val="777777"/>
                      </a:solidFill>
                    </a:lnL>
                    <a:lnR w="9525">
                      <a:solidFill>
                        <a:srgbClr val="777777"/>
                      </a:solidFill>
                    </a:lnR>
                    <a:lnT w="9525">
                      <a:solidFill>
                        <a:srgbClr val="777777"/>
                      </a:solidFill>
                    </a:lnT>
                    <a:lnB w="9525">
                      <a:solidFill>
                        <a:srgbClr val="77777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263044"/>
                          </a:solidFill>
                          <a:latin typeface="Malgun Gothic"/>
                        </a:rPr>
                        <a:t>개념과</a:t>
                      </a:r>
                    </a:p>
                    <a:p>
                      <a:pPr algn="ctr"/>
                      <a:r>
                        <a:rPr sz="1700" b="1">
                          <a:solidFill>
                            <a:srgbClr val="263044"/>
                          </a:solidFill>
                          <a:latin typeface="Malgun Gothic"/>
                        </a:rPr>
                        <a:t>결과</a:t>
                      </a:r>
                    </a:p>
                  </a:txBody>
                  <a:tcPr marL="57600" marR="57600" marT="21600" marB="21600" anchor="ctr">
                    <a:solidFill>
                      <a:srgbClr val="FFFFFF"/>
                    </a:solidFill>
                    <a:lnL w="9525">
                      <a:solidFill>
                        <a:srgbClr val="777777"/>
                      </a:solidFill>
                    </a:lnL>
                    <a:lnR w="9525">
                      <a:solidFill>
                        <a:srgbClr val="777777"/>
                      </a:solidFill>
                    </a:lnR>
                    <a:lnT w="9525">
                      <a:solidFill>
                        <a:srgbClr val="777777"/>
                      </a:solidFill>
                    </a:lnT>
                    <a:lnB w="9525">
                      <a:solidFill>
                        <a:srgbClr val="777777"/>
                      </a:solidFill>
                    </a:lnB>
                  </a:tcPr>
                </a:tc>
              </a:tr>
              <a:tr h="349814">
                <a:tc>
                  <a:txBody>
                    <a:bodyPr wrap="square"/>
                    <a:lstStyle/>
                    <a:p>
                      <a:pPr algn="l"/>
                      <a:r>
                        <a:rPr sz="1700" b="0">
                          <a:solidFill>
                            <a:srgbClr val="263044"/>
                          </a:solidFill>
                          <a:latin typeface="Malgun Gothic"/>
                        </a:rPr>
                        <a:t>1 미적용</a:t>
                      </a:r>
                    </a:p>
                  </a:txBody>
                  <a:tcPr marL="57600" marR="57600" marT="21600" marB="21600" anchor="ctr">
                    <a:solidFill>
                      <a:srgbClr val="FFFFFF"/>
                    </a:solidFill>
                    <a:lnL w="9525">
                      <a:solidFill>
                        <a:srgbClr val="777777"/>
                      </a:solidFill>
                    </a:lnL>
                    <a:lnR w="9525">
                      <a:solidFill>
                        <a:srgbClr val="777777"/>
                      </a:solidFill>
                    </a:lnR>
                    <a:lnT w="9525">
                      <a:solidFill>
                        <a:srgbClr val="777777"/>
                      </a:solidFill>
                    </a:lnT>
                    <a:lnB w="9525">
                      <a:solidFill>
                        <a:srgbClr val="77777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700" b="0">
                          <a:solidFill>
                            <a:srgbClr val="263044"/>
                          </a:solidFill>
                          <a:latin typeface="Malgun Gothic"/>
                        </a:rPr>
                        <a:t>0.83</a:t>
                      </a:r>
                    </a:p>
                  </a:txBody>
                  <a:tcPr marL="57600" marR="57600" marT="21600" marB="21600" anchor="ctr">
                    <a:solidFill>
                      <a:srgbClr val="FFFFFF"/>
                    </a:solidFill>
                    <a:lnL w="9525">
                      <a:solidFill>
                        <a:srgbClr val="777777"/>
                      </a:solidFill>
                    </a:lnL>
                    <a:lnR w="9525">
                      <a:solidFill>
                        <a:srgbClr val="777777"/>
                      </a:solidFill>
                    </a:lnR>
                    <a:lnT w="9525">
                      <a:solidFill>
                        <a:srgbClr val="777777"/>
                      </a:solidFill>
                    </a:lnT>
                    <a:lnB w="9525">
                      <a:solidFill>
                        <a:srgbClr val="77777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700" b="0">
                          <a:solidFill>
                            <a:srgbClr val="263044"/>
                          </a:solidFill>
                          <a:latin typeface="Malgun Gothic"/>
                        </a:rPr>
                        <a:t>0.73</a:t>
                      </a:r>
                    </a:p>
                  </a:txBody>
                  <a:tcPr marL="57600" marR="57600" marT="21600" marB="21600" anchor="ctr">
                    <a:solidFill>
                      <a:srgbClr val="FFFFFF"/>
                    </a:solidFill>
                    <a:lnL w="9525">
                      <a:solidFill>
                        <a:srgbClr val="777777"/>
                      </a:solidFill>
                    </a:lnL>
                    <a:lnR w="9525">
                      <a:solidFill>
                        <a:srgbClr val="777777"/>
                      </a:solidFill>
                    </a:lnR>
                    <a:lnT w="9525">
                      <a:solidFill>
                        <a:srgbClr val="777777"/>
                      </a:solidFill>
                    </a:lnT>
                    <a:lnB w="9525">
                      <a:solidFill>
                        <a:srgbClr val="77777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700" b="0">
                          <a:solidFill>
                            <a:srgbClr val="263044"/>
                          </a:solidFill>
                          <a:latin typeface="Malgun Gothic"/>
                        </a:rPr>
                        <a:t>0.85</a:t>
                      </a:r>
                    </a:p>
                  </a:txBody>
                  <a:tcPr marL="57600" marR="57600" marT="21600" marB="21600" anchor="ctr">
                    <a:solidFill>
                      <a:srgbClr val="FFFFFF"/>
                    </a:solidFill>
                    <a:lnL w="9525">
                      <a:solidFill>
                        <a:srgbClr val="777777"/>
                      </a:solidFill>
                    </a:lnL>
                    <a:lnR w="9525">
                      <a:solidFill>
                        <a:srgbClr val="777777"/>
                      </a:solidFill>
                    </a:lnR>
                    <a:lnT w="9525">
                      <a:solidFill>
                        <a:srgbClr val="777777"/>
                      </a:solidFill>
                    </a:lnT>
                    <a:lnB w="9525">
                      <a:solidFill>
                        <a:srgbClr val="77777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700" b="0">
                          <a:solidFill>
                            <a:srgbClr val="263044"/>
                          </a:solidFill>
                          <a:latin typeface="Malgun Gothic"/>
                        </a:rPr>
                        <a:t>0.74</a:t>
                      </a:r>
                    </a:p>
                  </a:txBody>
                  <a:tcPr marL="57600" marR="57600" marT="21600" marB="21600" anchor="ctr">
                    <a:solidFill>
                      <a:srgbClr val="FFFFFF"/>
                    </a:solidFill>
                    <a:lnL w="9525">
                      <a:solidFill>
                        <a:srgbClr val="777777"/>
                      </a:solidFill>
                    </a:lnL>
                    <a:lnR w="9525">
                      <a:solidFill>
                        <a:srgbClr val="777777"/>
                      </a:solidFill>
                    </a:lnR>
                    <a:lnT w="9525">
                      <a:solidFill>
                        <a:srgbClr val="777777"/>
                      </a:solidFill>
                    </a:lnT>
                    <a:lnB w="9525">
                      <a:solidFill>
                        <a:srgbClr val="77777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700" b="0">
                          <a:solidFill>
                            <a:srgbClr val="263044"/>
                          </a:solidFill>
                          <a:latin typeface="Malgun Gothic"/>
                        </a:rPr>
                        <a:t>0.57</a:t>
                      </a:r>
                    </a:p>
                  </a:txBody>
                  <a:tcPr marL="57600" marR="57600" marT="21600" marB="21600" anchor="ctr">
                    <a:solidFill>
                      <a:srgbClr val="FFFFFF"/>
                    </a:solidFill>
                    <a:lnL w="9525">
                      <a:solidFill>
                        <a:srgbClr val="777777"/>
                      </a:solidFill>
                    </a:lnL>
                    <a:lnR w="9525">
                      <a:solidFill>
                        <a:srgbClr val="777777"/>
                      </a:solidFill>
                    </a:lnR>
                    <a:lnT w="9525">
                      <a:solidFill>
                        <a:srgbClr val="777777"/>
                      </a:solidFill>
                    </a:lnT>
                    <a:lnB w="9525">
                      <a:solidFill>
                        <a:srgbClr val="77777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700" b="0">
                          <a:solidFill>
                            <a:srgbClr val="263044"/>
                          </a:solidFill>
                          <a:latin typeface="Malgun Gothic"/>
                        </a:rPr>
                        <a:t>0.78</a:t>
                      </a:r>
                    </a:p>
                  </a:txBody>
                  <a:tcPr marL="57600" marR="57600" marT="21600" marB="21600" anchor="ctr">
                    <a:solidFill>
                      <a:srgbClr val="FFFFFF"/>
                    </a:solidFill>
                    <a:lnL w="9525">
                      <a:solidFill>
                        <a:srgbClr val="777777"/>
                      </a:solidFill>
                    </a:lnL>
                    <a:lnR w="9525">
                      <a:solidFill>
                        <a:srgbClr val="777777"/>
                      </a:solidFill>
                    </a:lnR>
                    <a:lnT w="9525">
                      <a:solidFill>
                        <a:srgbClr val="777777"/>
                      </a:solidFill>
                    </a:lnT>
                    <a:lnB w="9525">
                      <a:solidFill>
                        <a:srgbClr val="77777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700" b="0">
                          <a:solidFill>
                            <a:srgbClr val="263044"/>
                          </a:solidFill>
                          <a:latin typeface="Malgun Gothic"/>
                        </a:rPr>
                        <a:t>0.67</a:t>
                      </a:r>
                    </a:p>
                  </a:txBody>
                  <a:tcPr marL="57600" marR="57600" marT="21600" marB="21600" anchor="ctr">
                    <a:solidFill>
                      <a:srgbClr val="FFFFFF"/>
                    </a:solidFill>
                    <a:lnL w="9525">
                      <a:solidFill>
                        <a:srgbClr val="777777"/>
                      </a:solidFill>
                    </a:lnL>
                    <a:lnR w="9525">
                      <a:solidFill>
                        <a:srgbClr val="777777"/>
                      </a:solidFill>
                    </a:lnR>
                    <a:lnT w="9525">
                      <a:solidFill>
                        <a:srgbClr val="777777"/>
                      </a:solidFill>
                    </a:lnT>
                    <a:lnB w="9525">
                      <a:solidFill>
                        <a:srgbClr val="77777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700" b="1">
                          <a:solidFill>
                            <a:srgbClr val="263044"/>
                          </a:solidFill>
                          <a:latin typeface="Malgun Gothic"/>
                        </a:rPr>
                        <a:t>0.73</a:t>
                      </a:r>
                    </a:p>
                  </a:txBody>
                  <a:tcPr marL="57600" marR="57600" marT="21600" marB="21600" anchor="ctr">
                    <a:solidFill>
                      <a:srgbClr val="FFFFFF"/>
                    </a:solidFill>
                    <a:lnL w="9525">
                      <a:solidFill>
                        <a:srgbClr val="777777"/>
                      </a:solidFill>
                    </a:lnL>
                    <a:lnR w="9525">
                      <a:solidFill>
                        <a:srgbClr val="777777"/>
                      </a:solidFill>
                    </a:lnR>
                    <a:lnT w="9525">
                      <a:solidFill>
                        <a:srgbClr val="777777"/>
                      </a:solidFill>
                    </a:lnT>
                    <a:lnB w="9525">
                      <a:solidFill>
                        <a:srgbClr val="77777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700" b="1">
                          <a:solidFill>
                            <a:srgbClr val="263044"/>
                          </a:solidFill>
                          <a:latin typeface="Malgun Gothic"/>
                        </a:rPr>
                        <a:t>0.86</a:t>
                      </a:r>
                    </a:p>
                  </a:txBody>
                  <a:tcPr marL="57600" marR="57600" marT="21600" marB="21600" anchor="ctr">
                    <a:solidFill>
                      <a:srgbClr val="FFFFFF"/>
                    </a:solidFill>
                    <a:lnL w="9525">
                      <a:solidFill>
                        <a:srgbClr val="777777"/>
                      </a:solidFill>
                    </a:lnL>
                    <a:lnR w="9525">
                      <a:solidFill>
                        <a:srgbClr val="777777"/>
                      </a:solidFill>
                    </a:lnR>
                    <a:lnT w="9525">
                      <a:solidFill>
                        <a:srgbClr val="777777"/>
                      </a:solidFill>
                    </a:lnT>
                    <a:lnB w="9525">
                      <a:solidFill>
                        <a:srgbClr val="77777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700" b="1">
                          <a:solidFill>
                            <a:srgbClr val="263044"/>
                          </a:solidFill>
                          <a:latin typeface="Malgun Gothic"/>
                        </a:rPr>
                        <a:t>0.94</a:t>
                      </a:r>
                    </a:p>
                  </a:txBody>
                  <a:tcPr marL="57600" marR="57600" marT="21600" marB="21600" anchor="ctr">
                    <a:solidFill>
                      <a:srgbClr val="FFFFFF"/>
                    </a:solidFill>
                    <a:lnL w="9525">
                      <a:solidFill>
                        <a:srgbClr val="777777"/>
                      </a:solidFill>
                    </a:lnL>
                    <a:lnR w="9525">
                      <a:solidFill>
                        <a:srgbClr val="777777"/>
                      </a:solidFill>
                    </a:lnR>
                    <a:lnT w="9525">
                      <a:solidFill>
                        <a:srgbClr val="777777"/>
                      </a:solidFill>
                    </a:lnT>
                    <a:lnB w="9525">
                      <a:solidFill>
                        <a:srgbClr val="77777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700" b="0">
                          <a:solidFill>
                            <a:srgbClr val="263044"/>
                          </a:solidFill>
                          <a:latin typeface="Malgun Gothic"/>
                        </a:rPr>
                        <a:t>0.88</a:t>
                      </a:r>
                    </a:p>
                  </a:txBody>
                  <a:tcPr marL="57600" marR="57600" marT="21600" marB="21600" anchor="ctr">
                    <a:solidFill>
                      <a:srgbClr val="FFFFFF"/>
                    </a:solidFill>
                    <a:lnL w="9525">
                      <a:solidFill>
                        <a:srgbClr val="777777"/>
                      </a:solidFill>
                    </a:lnL>
                    <a:lnR w="9525">
                      <a:solidFill>
                        <a:srgbClr val="777777"/>
                      </a:solidFill>
                    </a:lnR>
                    <a:lnT w="9525">
                      <a:solidFill>
                        <a:srgbClr val="777777"/>
                      </a:solidFill>
                    </a:lnT>
                    <a:lnB w="9525">
                      <a:solidFill>
                        <a:srgbClr val="77777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700" b="1">
                          <a:solidFill>
                            <a:srgbClr val="263044"/>
                          </a:solidFill>
                          <a:latin typeface="Malgun Gothic"/>
                        </a:rPr>
                        <a:t>1.00</a:t>
                      </a:r>
                    </a:p>
                  </a:txBody>
                  <a:tcPr marL="57600" marR="57600" marT="21600" marB="21600" anchor="ctr">
                    <a:solidFill>
                      <a:srgbClr val="FFFFFF"/>
                    </a:solidFill>
                    <a:lnL w="9525">
                      <a:solidFill>
                        <a:srgbClr val="777777"/>
                      </a:solidFill>
                    </a:lnL>
                    <a:lnR w="9525">
                      <a:solidFill>
                        <a:srgbClr val="777777"/>
                      </a:solidFill>
                    </a:lnR>
                    <a:lnT w="9525">
                      <a:solidFill>
                        <a:srgbClr val="777777"/>
                      </a:solidFill>
                    </a:lnT>
                    <a:lnB w="9525">
                      <a:solidFill>
                        <a:srgbClr val="77777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700" b="0">
                          <a:solidFill>
                            <a:srgbClr val="263044"/>
                          </a:solidFill>
                          <a:latin typeface="Malgun Gothic"/>
                        </a:rPr>
                        <a:t>0.58</a:t>
                      </a:r>
                    </a:p>
                  </a:txBody>
                  <a:tcPr marL="57600" marR="57600" marT="21600" marB="21600" anchor="ctr">
                    <a:solidFill>
                      <a:srgbClr val="FFFFFF"/>
                    </a:solidFill>
                    <a:lnL w="9525">
                      <a:solidFill>
                        <a:srgbClr val="777777"/>
                      </a:solidFill>
                    </a:lnL>
                    <a:lnR w="9525">
                      <a:solidFill>
                        <a:srgbClr val="777777"/>
                      </a:solidFill>
                    </a:lnR>
                    <a:lnT w="9525">
                      <a:solidFill>
                        <a:srgbClr val="777777"/>
                      </a:solidFill>
                    </a:lnT>
                    <a:lnB w="9525">
                      <a:solidFill>
                        <a:srgbClr val="77777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700" b="0">
                          <a:solidFill>
                            <a:srgbClr val="263044"/>
                          </a:solidFill>
                          <a:latin typeface="Malgun Gothic"/>
                        </a:rPr>
                        <a:t>0.46</a:t>
                      </a:r>
                    </a:p>
                  </a:txBody>
                  <a:tcPr marL="57600" marR="57600" marT="21600" marB="21600" anchor="ctr">
                    <a:solidFill>
                      <a:srgbClr val="FFFFFF"/>
                    </a:solidFill>
                    <a:lnL w="9525">
                      <a:solidFill>
                        <a:srgbClr val="777777"/>
                      </a:solidFill>
                    </a:lnL>
                    <a:lnR w="9525">
                      <a:solidFill>
                        <a:srgbClr val="777777"/>
                      </a:solidFill>
                    </a:lnR>
                    <a:lnT w="9525">
                      <a:solidFill>
                        <a:srgbClr val="777777"/>
                      </a:solidFill>
                    </a:lnT>
                    <a:lnB w="9525">
                      <a:solidFill>
                        <a:srgbClr val="77777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700" b="0">
                          <a:solidFill>
                            <a:srgbClr val="263044"/>
                          </a:solidFill>
                          <a:latin typeface="Malgun Gothic"/>
                        </a:rPr>
                        <a:t>0.46</a:t>
                      </a:r>
                    </a:p>
                  </a:txBody>
                  <a:tcPr marL="57600" marR="57600" marT="21600" marB="21600" anchor="ctr">
                    <a:solidFill>
                      <a:srgbClr val="FFFFFF"/>
                    </a:solidFill>
                    <a:lnL w="9525">
                      <a:solidFill>
                        <a:srgbClr val="777777"/>
                      </a:solidFill>
                    </a:lnL>
                    <a:lnR w="9525">
                      <a:solidFill>
                        <a:srgbClr val="777777"/>
                      </a:solidFill>
                    </a:lnR>
                    <a:lnT w="9525">
                      <a:solidFill>
                        <a:srgbClr val="777777"/>
                      </a:solidFill>
                    </a:lnT>
                    <a:lnB w="9525">
                      <a:solidFill>
                        <a:srgbClr val="777777"/>
                      </a:solidFill>
                    </a:lnB>
                  </a:tcPr>
                </a:tc>
              </a:tr>
              <a:tr h="349814">
                <a:tc>
                  <a:txBody>
                    <a:bodyPr wrap="square"/>
                    <a:lstStyle/>
                    <a:p>
                      <a:pPr algn="l"/>
                      <a:r>
                        <a:rPr sz="1700" b="0">
                          <a:solidFill>
                            <a:srgbClr val="263044"/>
                          </a:solidFill>
                          <a:latin typeface="Malgun Gothic"/>
                        </a:rPr>
                        <a:t>2 HyDE</a:t>
                      </a:r>
                    </a:p>
                  </a:txBody>
                  <a:tcPr marL="57600" marR="57600" marT="21600" marB="21600" anchor="ctr">
                    <a:solidFill>
                      <a:srgbClr val="FFFFFF"/>
                    </a:solidFill>
                    <a:lnL w="9525">
                      <a:solidFill>
                        <a:srgbClr val="777777"/>
                      </a:solidFill>
                    </a:lnL>
                    <a:lnR w="9525">
                      <a:solidFill>
                        <a:srgbClr val="777777"/>
                      </a:solidFill>
                    </a:lnR>
                    <a:lnT w="9525">
                      <a:solidFill>
                        <a:srgbClr val="777777"/>
                      </a:solidFill>
                    </a:lnT>
                    <a:lnB w="9525">
                      <a:solidFill>
                        <a:srgbClr val="77777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700" b="0">
                          <a:solidFill>
                            <a:srgbClr val="263044"/>
                          </a:solidFill>
                          <a:latin typeface="Malgun Gothic"/>
                        </a:rPr>
                        <a:t>0.84</a:t>
                      </a:r>
                    </a:p>
                  </a:txBody>
                  <a:tcPr marL="57600" marR="57600" marT="21600" marB="21600" anchor="ctr">
                    <a:solidFill>
                      <a:srgbClr val="FFFFFF"/>
                    </a:solidFill>
                    <a:lnL w="9525">
                      <a:solidFill>
                        <a:srgbClr val="777777"/>
                      </a:solidFill>
                    </a:lnL>
                    <a:lnR w="9525">
                      <a:solidFill>
                        <a:srgbClr val="777777"/>
                      </a:solidFill>
                    </a:lnR>
                    <a:lnT w="9525">
                      <a:solidFill>
                        <a:srgbClr val="777777"/>
                      </a:solidFill>
                    </a:lnT>
                    <a:lnB w="9525">
                      <a:solidFill>
                        <a:srgbClr val="77777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700" b="0">
                          <a:solidFill>
                            <a:srgbClr val="263044"/>
                          </a:solidFill>
                          <a:latin typeface="Malgun Gothic"/>
                        </a:rPr>
                        <a:t>0.78</a:t>
                      </a:r>
                    </a:p>
                  </a:txBody>
                  <a:tcPr marL="57600" marR="57600" marT="21600" marB="21600" anchor="ctr">
                    <a:solidFill>
                      <a:srgbClr val="FFFFFF"/>
                    </a:solidFill>
                    <a:lnL w="9525">
                      <a:solidFill>
                        <a:srgbClr val="777777"/>
                      </a:solidFill>
                    </a:lnL>
                    <a:lnR w="9525">
                      <a:solidFill>
                        <a:srgbClr val="777777"/>
                      </a:solidFill>
                    </a:lnR>
                    <a:lnT w="9525">
                      <a:solidFill>
                        <a:srgbClr val="777777"/>
                      </a:solidFill>
                    </a:lnT>
                    <a:lnB w="9525">
                      <a:solidFill>
                        <a:srgbClr val="77777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700" b="1">
                          <a:solidFill>
                            <a:srgbClr val="263044"/>
                          </a:solidFill>
                          <a:latin typeface="Malgun Gothic"/>
                        </a:rPr>
                        <a:t>0.90</a:t>
                      </a:r>
                    </a:p>
                  </a:txBody>
                  <a:tcPr marL="57600" marR="57600" marT="21600" marB="21600" anchor="ctr">
                    <a:solidFill>
                      <a:srgbClr val="FFFFFF"/>
                    </a:solidFill>
                    <a:lnL w="9525">
                      <a:solidFill>
                        <a:srgbClr val="777777"/>
                      </a:solidFill>
                    </a:lnL>
                    <a:lnR w="9525">
                      <a:solidFill>
                        <a:srgbClr val="777777"/>
                      </a:solidFill>
                    </a:lnR>
                    <a:lnT w="9525">
                      <a:solidFill>
                        <a:srgbClr val="777777"/>
                      </a:solidFill>
                    </a:lnT>
                    <a:lnB w="9525">
                      <a:solidFill>
                        <a:srgbClr val="77777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700" b="0">
                          <a:solidFill>
                            <a:srgbClr val="263044"/>
                          </a:solidFill>
                          <a:latin typeface="Malgun Gothic"/>
                        </a:rPr>
                        <a:t>0.74</a:t>
                      </a:r>
                    </a:p>
                  </a:txBody>
                  <a:tcPr marL="57600" marR="57600" marT="21600" marB="21600" anchor="ctr">
                    <a:solidFill>
                      <a:srgbClr val="FFFFFF"/>
                    </a:solidFill>
                    <a:lnL w="9525">
                      <a:solidFill>
                        <a:srgbClr val="777777"/>
                      </a:solidFill>
                    </a:lnL>
                    <a:lnR w="9525">
                      <a:solidFill>
                        <a:srgbClr val="777777"/>
                      </a:solidFill>
                    </a:lnR>
                    <a:lnT w="9525">
                      <a:solidFill>
                        <a:srgbClr val="777777"/>
                      </a:solidFill>
                    </a:lnT>
                    <a:lnB w="9525">
                      <a:solidFill>
                        <a:srgbClr val="77777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700" b="1">
                          <a:solidFill>
                            <a:srgbClr val="263044"/>
                          </a:solidFill>
                          <a:latin typeface="Malgun Gothic"/>
                        </a:rPr>
                        <a:t>0.74</a:t>
                      </a:r>
                    </a:p>
                  </a:txBody>
                  <a:tcPr marL="57600" marR="57600" marT="21600" marB="21600" anchor="ctr">
                    <a:solidFill>
                      <a:srgbClr val="FFFFFF"/>
                    </a:solidFill>
                    <a:lnL w="9525">
                      <a:solidFill>
                        <a:srgbClr val="777777"/>
                      </a:solidFill>
                    </a:lnL>
                    <a:lnR w="9525">
                      <a:solidFill>
                        <a:srgbClr val="777777"/>
                      </a:solidFill>
                    </a:lnR>
                    <a:lnT w="9525">
                      <a:solidFill>
                        <a:srgbClr val="777777"/>
                      </a:solidFill>
                    </a:lnT>
                    <a:lnB w="9525">
                      <a:solidFill>
                        <a:srgbClr val="77777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700" b="1">
                          <a:solidFill>
                            <a:srgbClr val="263044"/>
                          </a:solidFill>
                          <a:latin typeface="Malgun Gothic"/>
                        </a:rPr>
                        <a:t>0.82</a:t>
                      </a:r>
                    </a:p>
                  </a:txBody>
                  <a:tcPr marL="57600" marR="57600" marT="21600" marB="21600" anchor="ctr">
                    <a:solidFill>
                      <a:srgbClr val="FFFFFF"/>
                    </a:solidFill>
                    <a:lnL w="9525">
                      <a:solidFill>
                        <a:srgbClr val="777777"/>
                      </a:solidFill>
                    </a:lnL>
                    <a:lnR w="9525">
                      <a:solidFill>
                        <a:srgbClr val="777777"/>
                      </a:solidFill>
                    </a:lnR>
                    <a:lnT w="9525">
                      <a:solidFill>
                        <a:srgbClr val="777777"/>
                      </a:solidFill>
                    </a:lnT>
                    <a:lnB w="9525">
                      <a:solidFill>
                        <a:srgbClr val="77777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700" b="0">
                          <a:solidFill>
                            <a:srgbClr val="263044"/>
                          </a:solidFill>
                          <a:latin typeface="Malgun Gothic"/>
                        </a:rPr>
                        <a:t>0.62</a:t>
                      </a:r>
                    </a:p>
                  </a:txBody>
                  <a:tcPr marL="57600" marR="57600" marT="21600" marB="21600" anchor="ctr">
                    <a:solidFill>
                      <a:srgbClr val="FFFFFF"/>
                    </a:solidFill>
                    <a:lnL w="9525">
                      <a:solidFill>
                        <a:srgbClr val="777777"/>
                      </a:solidFill>
                    </a:lnL>
                    <a:lnR w="9525">
                      <a:solidFill>
                        <a:srgbClr val="777777"/>
                      </a:solidFill>
                    </a:lnR>
                    <a:lnT w="9525">
                      <a:solidFill>
                        <a:srgbClr val="777777"/>
                      </a:solidFill>
                    </a:lnT>
                    <a:lnB w="9525">
                      <a:solidFill>
                        <a:srgbClr val="77777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700" b="0">
                          <a:solidFill>
                            <a:srgbClr val="263044"/>
                          </a:solidFill>
                          <a:latin typeface="Malgun Gothic"/>
                        </a:rPr>
                        <a:t>0.72</a:t>
                      </a:r>
                    </a:p>
                  </a:txBody>
                  <a:tcPr marL="57600" marR="57600" marT="21600" marB="21600" anchor="ctr">
                    <a:solidFill>
                      <a:srgbClr val="FFFFFF"/>
                    </a:solidFill>
                    <a:lnL w="9525">
                      <a:solidFill>
                        <a:srgbClr val="777777"/>
                      </a:solidFill>
                    </a:lnL>
                    <a:lnR w="9525">
                      <a:solidFill>
                        <a:srgbClr val="777777"/>
                      </a:solidFill>
                    </a:lnR>
                    <a:lnT w="9525">
                      <a:solidFill>
                        <a:srgbClr val="777777"/>
                      </a:solidFill>
                    </a:lnT>
                    <a:lnB w="9525">
                      <a:solidFill>
                        <a:srgbClr val="77777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700" b="0">
                          <a:solidFill>
                            <a:srgbClr val="263044"/>
                          </a:solidFill>
                          <a:latin typeface="Malgun Gothic"/>
                        </a:rPr>
                        <a:t>0.80</a:t>
                      </a:r>
                    </a:p>
                  </a:txBody>
                  <a:tcPr marL="57600" marR="57600" marT="21600" marB="21600" anchor="ctr">
                    <a:solidFill>
                      <a:srgbClr val="FFFFFF"/>
                    </a:solidFill>
                    <a:lnL w="9525">
                      <a:solidFill>
                        <a:srgbClr val="777777"/>
                      </a:solidFill>
                    </a:lnL>
                    <a:lnR w="9525">
                      <a:solidFill>
                        <a:srgbClr val="777777"/>
                      </a:solidFill>
                    </a:lnR>
                    <a:lnT w="9525">
                      <a:solidFill>
                        <a:srgbClr val="777777"/>
                      </a:solidFill>
                    </a:lnT>
                    <a:lnB w="9525">
                      <a:solidFill>
                        <a:srgbClr val="77777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700" b="0">
                          <a:solidFill>
                            <a:srgbClr val="263044"/>
                          </a:solidFill>
                          <a:latin typeface="Malgun Gothic"/>
                        </a:rPr>
                        <a:t>0.89</a:t>
                      </a:r>
                    </a:p>
                  </a:txBody>
                  <a:tcPr marL="57600" marR="57600" marT="21600" marB="21600" anchor="ctr">
                    <a:solidFill>
                      <a:srgbClr val="FFFFFF"/>
                    </a:solidFill>
                    <a:lnL w="9525">
                      <a:solidFill>
                        <a:srgbClr val="777777"/>
                      </a:solidFill>
                    </a:lnL>
                    <a:lnR w="9525">
                      <a:solidFill>
                        <a:srgbClr val="777777"/>
                      </a:solidFill>
                    </a:lnR>
                    <a:lnT w="9525">
                      <a:solidFill>
                        <a:srgbClr val="777777"/>
                      </a:solidFill>
                    </a:lnT>
                    <a:lnB w="9525">
                      <a:solidFill>
                        <a:srgbClr val="77777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700" b="1">
                          <a:solidFill>
                            <a:srgbClr val="263044"/>
                          </a:solidFill>
                          <a:latin typeface="Malgun Gothic"/>
                        </a:rPr>
                        <a:t>0.96</a:t>
                      </a:r>
                    </a:p>
                  </a:txBody>
                  <a:tcPr marL="57600" marR="57600" marT="21600" marB="21600" anchor="ctr">
                    <a:solidFill>
                      <a:srgbClr val="FFFFFF"/>
                    </a:solidFill>
                    <a:lnL w="9525">
                      <a:solidFill>
                        <a:srgbClr val="777777"/>
                      </a:solidFill>
                    </a:lnL>
                    <a:lnR w="9525">
                      <a:solidFill>
                        <a:srgbClr val="777777"/>
                      </a:solidFill>
                    </a:lnR>
                    <a:lnT w="9525">
                      <a:solidFill>
                        <a:srgbClr val="777777"/>
                      </a:solidFill>
                    </a:lnT>
                    <a:lnB w="9525">
                      <a:solidFill>
                        <a:srgbClr val="77777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700" b="0">
                          <a:solidFill>
                            <a:srgbClr val="263044"/>
                          </a:solidFill>
                          <a:latin typeface="Malgun Gothic"/>
                        </a:rPr>
                        <a:t>0.94</a:t>
                      </a:r>
                    </a:p>
                  </a:txBody>
                  <a:tcPr marL="57600" marR="57600" marT="21600" marB="21600" anchor="ctr">
                    <a:solidFill>
                      <a:srgbClr val="FFFFFF"/>
                    </a:solidFill>
                    <a:lnL w="9525">
                      <a:solidFill>
                        <a:srgbClr val="777777"/>
                      </a:solidFill>
                    </a:lnL>
                    <a:lnR w="9525">
                      <a:solidFill>
                        <a:srgbClr val="777777"/>
                      </a:solidFill>
                    </a:lnR>
                    <a:lnT w="9525">
                      <a:solidFill>
                        <a:srgbClr val="777777"/>
                      </a:solidFill>
                    </a:lnT>
                    <a:lnB w="9525">
                      <a:solidFill>
                        <a:srgbClr val="77777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700" b="0">
                          <a:solidFill>
                            <a:srgbClr val="263044"/>
                          </a:solidFill>
                          <a:latin typeface="Malgun Gothic"/>
                        </a:rPr>
                        <a:t>0.55</a:t>
                      </a:r>
                    </a:p>
                  </a:txBody>
                  <a:tcPr marL="57600" marR="57600" marT="21600" marB="21600" anchor="ctr">
                    <a:solidFill>
                      <a:srgbClr val="FFFFFF"/>
                    </a:solidFill>
                    <a:lnL w="9525">
                      <a:solidFill>
                        <a:srgbClr val="777777"/>
                      </a:solidFill>
                    </a:lnL>
                    <a:lnR w="9525">
                      <a:solidFill>
                        <a:srgbClr val="777777"/>
                      </a:solidFill>
                    </a:lnR>
                    <a:lnT w="9525">
                      <a:solidFill>
                        <a:srgbClr val="777777"/>
                      </a:solidFill>
                    </a:lnT>
                    <a:lnB w="9525">
                      <a:solidFill>
                        <a:srgbClr val="77777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700" b="0">
                          <a:solidFill>
                            <a:srgbClr val="263044"/>
                          </a:solidFill>
                          <a:latin typeface="Malgun Gothic"/>
                        </a:rPr>
                        <a:t>0.57</a:t>
                      </a:r>
                    </a:p>
                  </a:txBody>
                  <a:tcPr marL="57600" marR="57600" marT="21600" marB="21600" anchor="ctr">
                    <a:solidFill>
                      <a:srgbClr val="FFFFFF"/>
                    </a:solidFill>
                    <a:lnL w="9525">
                      <a:solidFill>
                        <a:srgbClr val="777777"/>
                      </a:solidFill>
                    </a:lnL>
                    <a:lnR w="9525">
                      <a:solidFill>
                        <a:srgbClr val="777777"/>
                      </a:solidFill>
                    </a:lnR>
                    <a:lnT w="9525">
                      <a:solidFill>
                        <a:srgbClr val="777777"/>
                      </a:solidFill>
                    </a:lnT>
                    <a:lnB w="9525">
                      <a:solidFill>
                        <a:srgbClr val="77777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700" b="0">
                          <a:solidFill>
                            <a:srgbClr val="263044"/>
                          </a:solidFill>
                          <a:latin typeface="Malgun Gothic"/>
                        </a:rPr>
                        <a:t>0.54</a:t>
                      </a:r>
                    </a:p>
                  </a:txBody>
                  <a:tcPr marL="57600" marR="57600" marT="21600" marB="21600" anchor="ctr">
                    <a:solidFill>
                      <a:srgbClr val="FFFFFF"/>
                    </a:solidFill>
                    <a:lnL w="9525">
                      <a:solidFill>
                        <a:srgbClr val="777777"/>
                      </a:solidFill>
                    </a:lnL>
                    <a:lnR w="9525">
                      <a:solidFill>
                        <a:srgbClr val="777777"/>
                      </a:solidFill>
                    </a:lnR>
                    <a:lnT w="9525">
                      <a:solidFill>
                        <a:srgbClr val="777777"/>
                      </a:solidFill>
                    </a:lnT>
                    <a:lnB w="9525">
                      <a:solidFill>
                        <a:srgbClr val="777777"/>
                      </a:solidFill>
                    </a:lnB>
                  </a:tcPr>
                </a:tc>
              </a:tr>
              <a:tr h="349814">
                <a:tc>
                  <a:txBody>
                    <a:bodyPr wrap="square"/>
                    <a:lstStyle/>
                    <a:p>
                      <a:pPr algn="l"/>
                      <a:r>
                        <a:rPr sz="1700" b="0">
                          <a:solidFill>
                            <a:srgbClr val="263044"/>
                          </a:solidFill>
                          <a:latin typeface="Malgun Gothic"/>
                        </a:rPr>
                        <a:t>3 CAD</a:t>
                      </a:r>
                    </a:p>
                  </a:txBody>
                  <a:tcPr marL="57600" marR="57600" marT="21600" marB="21600" anchor="ctr">
                    <a:solidFill>
                      <a:srgbClr val="FFFFFF"/>
                    </a:solidFill>
                    <a:lnL w="9525">
                      <a:solidFill>
                        <a:srgbClr val="777777"/>
                      </a:solidFill>
                    </a:lnL>
                    <a:lnR w="9525">
                      <a:solidFill>
                        <a:srgbClr val="777777"/>
                      </a:solidFill>
                    </a:lnR>
                    <a:lnT w="9525">
                      <a:solidFill>
                        <a:srgbClr val="777777"/>
                      </a:solidFill>
                    </a:lnT>
                    <a:lnB w="9525">
                      <a:solidFill>
                        <a:srgbClr val="77777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700" b="0">
                          <a:solidFill>
                            <a:srgbClr val="263044"/>
                          </a:solidFill>
                          <a:latin typeface="Malgun Gothic"/>
                        </a:rPr>
                        <a:t>0.90</a:t>
                      </a:r>
                    </a:p>
                  </a:txBody>
                  <a:tcPr marL="57600" marR="57600" marT="21600" marB="21600" anchor="ctr">
                    <a:solidFill>
                      <a:srgbClr val="FFFFFF"/>
                    </a:solidFill>
                    <a:lnL w="9525">
                      <a:solidFill>
                        <a:srgbClr val="777777"/>
                      </a:solidFill>
                    </a:lnL>
                    <a:lnR w="9525">
                      <a:solidFill>
                        <a:srgbClr val="777777"/>
                      </a:solidFill>
                    </a:lnR>
                    <a:lnT w="9525">
                      <a:solidFill>
                        <a:srgbClr val="777777"/>
                      </a:solidFill>
                    </a:lnT>
                    <a:lnB w="9525">
                      <a:solidFill>
                        <a:srgbClr val="77777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700" b="1">
                          <a:solidFill>
                            <a:srgbClr val="263044"/>
                          </a:solidFill>
                          <a:latin typeface="Malgun Gothic"/>
                        </a:rPr>
                        <a:t>0.83</a:t>
                      </a:r>
                    </a:p>
                  </a:txBody>
                  <a:tcPr marL="57600" marR="57600" marT="21600" marB="21600" anchor="ctr">
                    <a:solidFill>
                      <a:srgbClr val="FFFFFF"/>
                    </a:solidFill>
                    <a:lnL w="9525">
                      <a:solidFill>
                        <a:srgbClr val="777777"/>
                      </a:solidFill>
                    </a:lnL>
                    <a:lnR w="9525">
                      <a:solidFill>
                        <a:srgbClr val="777777"/>
                      </a:solidFill>
                    </a:lnR>
                    <a:lnT w="9525">
                      <a:solidFill>
                        <a:srgbClr val="777777"/>
                      </a:solidFill>
                    </a:lnT>
                    <a:lnB w="9525">
                      <a:solidFill>
                        <a:srgbClr val="77777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700" b="0">
                          <a:solidFill>
                            <a:srgbClr val="263044"/>
                          </a:solidFill>
                          <a:latin typeface="Malgun Gothic"/>
                        </a:rPr>
                        <a:t>0.79</a:t>
                      </a:r>
                    </a:p>
                  </a:txBody>
                  <a:tcPr marL="57600" marR="57600" marT="21600" marB="21600" anchor="ctr">
                    <a:solidFill>
                      <a:srgbClr val="FFFFFF"/>
                    </a:solidFill>
                    <a:lnL w="9525">
                      <a:solidFill>
                        <a:srgbClr val="777777"/>
                      </a:solidFill>
                    </a:lnL>
                    <a:lnR w="9525">
                      <a:solidFill>
                        <a:srgbClr val="777777"/>
                      </a:solidFill>
                    </a:lnR>
                    <a:lnT w="9525">
                      <a:solidFill>
                        <a:srgbClr val="777777"/>
                      </a:solidFill>
                    </a:lnT>
                    <a:lnB w="9525">
                      <a:solidFill>
                        <a:srgbClr val="77777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700" b="0">
                          <a:solidFill>
                            <a:srgbClr val="263044"/>
                          </a:solidFill>
                          <a:latin typeface="Malgun Gothic"/>
                        </a:rPr>
                        <a:t>0.75</a:t>
                      </a:r>
                    </a:p>
                  </a:txBody>
                  <a:tcPr marL="57600" marR="57600" marT="21600" marB="21600" anchor="ctr">
                    <a:solidFill>
                      <a:srgbClr val="FFFFFF"/>
                    </a:solidFill>
                    <a:lnL w="9525">
                      <a:solidFill>
                        <a:srgbClr val="777777"/>
                      </a:solidFill>
                    </a:lnL>
                    <a:lnR w="9525">
                      <a:solidFill>
                        <a:srgbClr val="777777"/>
                      </a:solidFill>
                    </a:lnR>
                    <a:lnT w="9525">
                      <a:solidFill>
                        <a:srgbClr val="777777"/>
                      </a:solidFill>
                    </a:lnT>
                    <a:lnB w="9525">
                      <a:solidFill>
                        <a:srgbClr val="77777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700" b="0">
                          <a:solidFill>
                            <a:srgbClr val="263044"/>
                          </a:solidFill>
                          <a:latin typeface="Malgun Gothic"/>
                        </a:rPr>
                        <a:t>0.63</a:t>
                      </a:r>
                    </a:p>
                  </a:txBody>
                  <a:tcPr marL="57600" marR="57600" marT="21600" marB="21600" anchor="ctr">
                    <a:solidFill>
                      <a:srgbClr val="FFFFFF"/>
                    </a:solidFill>
                    <a:lnL w="9525">
                      <a:solidFill>
                        <a:srgbClr val="777777"/>
                      </a:solidFill>
                    </a:lnL>
                    <a:lnR w="9525">
                      <a:solidFill>
                        <a:srgbClr val="777777"/>
                      </a:solidFill>
                    </a:lnR>
                    <a:lnT w="9525">
                      <a:solidFill>
                        <a:srgbClr val="777777"/>
                      </a:solidFill>
                    </a:lnT>
                    <a:lnB w="9525">
                      <a:solidFill>
                        <a:srgbClr val="77777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700" b="0">
                          <a:solidFill>
                            <a:srgbClr val="263044"/>
                          </a:solidFill>
                          <a:latin typeface="Malgun Gothic"/>
                        </a:rPr>
                        <a:t>0.66</a:t>
                      </a:r>
                    </a:p>
                  </a:txBody>
                  <a:tcPr marL="57600" marR="57600" marT="21600" marB="21600" anchor="ctr">
                    <a:solidFill>
                      <a:srgbClr val="FFFFFF"/>
                    </a:solidFill>
                    <a:lnL w="9525">
                      <a:solidFill>
                        <a:srgbClr val="777777"/>
                      </a:solidFill>
                    </a:lnL>
                    <a:lnR w="9525">
                      <a:solidFill>
                        <a:srgbClr val="777777"/>
                      </a:solidFill>
                    </a:lnR>
                    <a:lnT w="9525">
                      <a:solidFill>
                        <a:srgbClr val="777777"/>
                      </a:solidFill>
                    </a:lnT>
                    <a:lnB w="9525">
                      <a:solidFill>
                        <a:srgbClr val="77777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700" b="0">
                          <a:solidFill>
                            <a:srgbClr val="263044"/>
                          </a:solidFill>
                          <a:latin typeface="Malgun Gothic"/>
                        </a:rPr>
                        <a:t>0.67</a:t>
                      </a:r>
                    </a:p>
                  </a:txBody>
                  <a:tcPr marL="57600" marR="57600" marT="21600" marB="21600" anchor="ctr">
                    <a:solidFill>
                      <a:srgbClr val="FFFFFF"/>
                    </a:solidFill>
                    <a:lnL w="9525">
                      <a:solidFill>
                        <a:srgbClr val="777777"/>
                      </a:solidFill>
                    </a:lnL>
                    <a:lnR w="9525">
                      <a:solidFill>
                        <a:srgbClr val="777777"/>
                      </a:solidFill>
                    </a:lnR>
                    <a:lnT w="9525">
                      <a:solidFill>
                        <a:srgbClr val="777777"/>
                      </a:solidFill>
                    </a:lnT>
                    <a:lnB w="9525">
                      <a:solidFill>
                        <a:srgbClr val="77777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700" b="1">
                          <a:solidFill>
                            <a:srgbClr val="263044"/>
                          </a:solidFill>
                          <a:latin typeface="Malgun Gothic"/>
                        </a:rPr>
                        <a:t>0.73</a:t>
                      </a:r>
                    </a:p>
                  </a:txBody>
                  <a:tcPr marL="57600" marR="57600" marT="21600" marB="21600" anchor="ctr">
                    <a:solidFill>
                      <a:srgbClr val="FFFFFF"/>
                    </a:solidFill>
                    <a:lnL w="9525">
                      <a:solidFill>
                        <a:srgbClr val="777777"/>
                      </a:solidFill>
                    </a:lnL>
                    <a:lnR w="9525">
                      <a:solidFill>
                        <a:srgbClr val="777777"/>
                      </a:solidFill>
                    </a:lnR>
                    <a:lnT w="9525">
                      <a:solidFill>
                        <a:srgbClr val="777777"/>
                      </a:solidFill>
                    </a:lnT>
                    <a:lnB w="9525">
                      <a:solidFill>
                        <a:srgbClr val="77777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700" b="0">
                          <a:solidFill>
                            <a:srgbClr val="263044"/>
                          </a:solidFill>
                          <a:latin typeface="Malgun Gothic"/>
                        </a:rPr>
                        <a:t>0.82</a:t>
                      </a:r>
                    </a:p>
                  </a:txBody>
                  <a:tcPr marL="57600" marR="57600" marT="21600" marB="21600" anchor="ctr">
                    <a:solidFill>
                      <a:srgbClr val="FFFFFF"/>
                    </a:solidFill>
                    <a:lnL w="9525">
                      <a:solidFill>
                        <a:srgbClr val="777777"/>
                      </a:solidFill>
                    </a:lnL>
                    <a:lnR w="9525">
                      <a:solidFill>
                        <a:srgbClr val="777777"/>
                      </a:solidFill>
                    </a:lnR>
                    <a:lnT w="9525">
                      <a:solidFill>
                        <a:srgbClr val="777777"/>
                      </a:solidFill>
                    </a:lnT>
                    <a:lnB w="9525">
                      <a:solidFill>
                        <a:srgbClr val="77777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700" b="0">
                          <a:solidFill>
                            <a:srgbClr val="263044"/>
                          </a:solidFill>
                          <a:latin typeface="Malgun Gothic"/>
                        </a:rPr>
                        <a:t>0.89</a:t>
                      </a:r>
                    </a:p>
                  </a:txBody>
                  <a:tcPr marL="57600" marR="57600" marT="21600" marB="21600" anchor="ctr">
                    <a:solidFill>
                      <a:srgbClr val="FFFFFF"/>
                    </a:solidFill>
                    <a:lnL w="9525">
                      <a:solidFill>
                        <a:srgbClr val="777777"/>
                      </a:solidFill>
                    </a:lnL>
                    <a:lnR w="9525">
                      <a:solidFill>
                        <a:srgbClr val="777777"/>
                      </a:solidFill>
                    </a:lnR>
                    <a:lnT w="9525">
                      <a:solidFill>
                        <a:srgbClr val="777777"/>
                      </a:solidFill>
                    </a:lnT>
                    <a:lnB w="9525">
                      <a:solidFill>
                        <a:srgbClr val="77777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700" b="0">
                          <a:solidFill>
                            <a:srgbClr val="263044"/>
                          </a:solidFill>
                          <a:latin typeface="Malgun Gothic"/>
                        </a:rPr>
                        <a:t>0.88</a:t>
                      </a:r>
                    </a:p>
                  </a:txBody>
                  <a:tcPr marL="57600" marR="57600" marT="21600" marB="21600" anchor="ctr">
                    <a:solidFill>
                      <a:srgbClr val="FFFFFF"/>
                    </a:solidFill>
                    <a:lnL w="9525">
                      <a:solidFill>
                        <a:srgbClr val="777777"/>
                      </a:solidFill>
                    </a:lnL>
                    <a:lnR w="9525">
                      <a:solidFill>
                        <a:srgbClr val="777777"/>
                      </a:solidFill>
                    </a:lnR>
                    <a:lnT w="9525">
                      <a:solidFill>
                        <a:srgbClr val="777777"/>
                      </a:solidFill>
                    </a:lnT>
                    <a:lnB w="9525">
                      <a:solidFill>
                        <a:srgbClr val="77777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700" b="1">
                          <a:solidFill>
                            <a:srgbClr val="263044"/>
                          </a:solidFill>
                          <a:latin typeface="Malgun Gothic"/>
                        </a:rPr>
                        <a:t>1.00</a:t>
                      </a:r>
                    </a:p>
                  </a:txBody>
                  <a:tcPr marL="57600" marR="57600" marT="21600" marB="21600" anchor="ctr">
                    <a:solidFill>
                      <a:srgbClr val="FFFFFF"/>
                    </a:solidFill>
                    <a:lnL w="9525">
                      <a:solidFill>
                        <a:srgbClr val="777777"/>
                      </a:solidFill>
                    </a:lnL>
                    <a:lnR w="9525">
                      <a:solidFill>
                        <a:srgbClr val="777777"/>
                      </a:solidFill>
                    </a:lnR>
                    <a:lnT w="9525">
                      <a:solidFill>
                        <a:srgbClr val="777777"/>
                      </a:solidFill>
                    </a:lnT>
                    <a:lnB w="9525">
                      <a:solidFill>
                        <a:srgbClr val="77777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700" b="0">
                          <a:solidFill>
                            <a:srgbClr val="263044"/>
                          </a:solidFill>
                          <a:latin typeface="Malgun Gothic"/>
                        </a:rPr>
                        <a:t>0.57</a:t>
                      </a:r>
                    </a:p>
                  </a:txBody>
                  <a:tcPr marL="57600" marR="57600" marT="21600" marB="21600" anchor="ctr">
                    <a:solidFill>
                      <a:srgbClr val="FFFFFF"/>
                    </a:solidFill>
                    <a:lnL w="9525">
                      <a:solidFill>
                        <a:srgbClr val="777777"/>
                      </a:solidFill>
                    </a:lnL>
                    <a:lnR w="9525">
                      <a:solidFill>
                        <a:srgbClr val="777777"/>
                      </a:solidFill>
                    </a:lnR>
                    <a:lnT w="9525">
                      <a:solidFill>
                        <a:srgbClr val="777777"/>
                      </a:solidFill>
                    </a:lnT>
                    <a:lnB w="9525">
                      <a:solidFill>
                        <a:srgbClr val="77777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700" b="0">
                          <a:solidFill>
                            <a:srgbClr val="263044"/>
                          </a:solidFill>
                          <a:latin typeface="Malgun Gothic"/>
                        </a:rPr>
                        <a:t>0.42</a:t>
                      </a:r>
                    </a:p>
                  </a:txBody>
                  <a:tcPr marL="57600" marR="57600" marT="21600" marB="21600" anchor="ctr">
                    <a:solidFill>
                      <a:srgbClr val="FFFFFF"/>
                    </a:solidFill>
                    <a:lnL w="9525">
                      <a:solidFill>
                        <a:srgbClr val="777777"/>
                      </a:solidFill>
                    </a:lnL>
                    <a:lnR w="9525">
                      <a:solidFill>
                        <a:srgbClr val="777777"/>
                      </a:solidFill>
                    </a:lnR>
                    <a:lnT w="9525">
                      <a:solidFill>
                        <a:srgbClr val="777777"/>
                      </a:solidFill>
                    </a:lnT>
                    <a:lnB w="9525">
                      <a:solidFill>
                        <a:srgbClr val="77777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700" b="0">
                          <a:solidFill>
                            <a:srgbClr val="263044"/>
                          </a:solidFill>
                          <a:latin typeface="Malgun Gothic"/>
                        </a:rPr>
                        <a:t>0.50</a:t>
                      </a:r>
                    </a:p>
                  </a:txBody>
                  <a:tcPr marL="57600" marR="57600" marT="21600" marB="21600" anchor="ctr">
                    <a:solidFill>
                      <a:srgbClr val="FFFFFF"/>
                    </a:solidFill>
                    <a:lnL w="9525">
                      <a:solidFill>
                        <a:srgbClr val="777777"/>
                      </a:solidFill>
                    </a:lnL>
                    <a:lnR w="9525">
                      <a:solidFill>
                        <a:srgbClr val="777777"/>
                      </a:solidFill>
                    </a:lnR>
                    <a:lnT w="9525">
                      <a:solidFill>
                        <a:srgbClr val="777777"/>
                      </a:solidFill>
                    </a:lnT>
                    <a:lnB w="9525">
                      <a:solidFill>
                        <a:srgbClr val="777777"/>
                      </a:solidFill>
                    </a:lnB>
                  </a:tcPr>
                </a:tc>
              </a:tr>
              <a:tr h="349814">
                <a:tc>
                  <a:txBody>
                    <a:bodyPr wrap="square"/>
                    <a:lstStyle/>
                    <a:p>
                      <a:pPr algn="l"/>
                      <a:r>
                        <a:rPr sz="1700" b="0">
                          <a:solidFill>
                            <a:srgbClr val="263044"/>
                          </a:solidFill>
                          <a:latin typeface="Malgun Gothic"/>
                        </a:rPr>
                        <a:t>4 SCD</a:t>
                      </a:r>
                    </a:p>
                  </a:txBody>
                  <a:tcPr marL="57600" marR="57600" marT="21600" marB="21600" anchor="ctr">
                    <a:solidFill>
                      <a:srgbClr val="FFFFFF"/>
                    </a:solidFill>
                    <a:lnL w="9525">
                      <a:solidFill>
                        <a:srgbClr val="777777"/>
                      </a:solidFill>
                    </a:lnL>
                    <a:lnR w="9525">
                      <a:solidFill>
                        <a:srgbClr val="777777"/>
                      </a:solidFill>
                    </a:lnR>
                    <a:lnT w="9525">
                      <a:solidFill>
                        <a:srgbClr val="777777"/>
                      </a:solidFill>
                    </a:lnT>
                    <a:lnB w="9525">
                      <a:solidFill>
                        <a:srgbClr val="77777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700" b="0">
                          <a:solidFill>
                            <a:srgbClr val="263044"/>
                          </a:solidFill>
                          <a:latin typeface="Malgun Gothic"/>
                        </a:rPr>
                        <a:t>0.85</a:t>
                      </a:r>
                    </a:p>
                  </a:txBody>
                  <a:tcPr marL="57600" marR="57600" marT="21600" marB="21600" anchor="ctr">
                    <a:solidFill>
                      <a:srgbClr val="FFFFFF"/>
                    </a:solidFill>
                    <a:lnL w="9525">
                      <a:solidFill>
                        <a:srgbClr val="777777"/>
                      </a:solidFill>
                    </a:lnL>
                    <a:lnR w="9525">
                      <a:solidFill>
                        <a:srgbClr val="777777"/>
                      </a:solidFill>
                    </a:lnR>
                    <a:lnT w="9525">
                      <a:solidFill>
                        <a:srgbClr val="777777"/>
                      </a:solidFill>
                    </a:lnT>
                    <a:lnB w="9525">
                      <a:solidFill>
                        <a:srgbClr val="77777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700" b="0">
                          <a:solidFill>
                            <a:srgbClr val="263044"/>
                          </a:solidFill>
                          <a:latin typeface="Malgun Gothic"/>
                        </a:rPr>
                        <a:t>0.71</a:t>
                      </a:r>
                    </a:p>
                  </a:txBody>
                  <a:tcPr marL="57600" marR="57600" marT="21600" marB="21600" anchor="ctr">
                    <a:solidFill>
                      <a:srgbClr val="FFFFFF"/>
                    </a:solidFill>
                    <a:lnL w="9525">
                      <a:solidFill>
                        <a:srgbClr val="777777"/>
                      </a:solidFill>
                    </a:lnL>
                    <a:lnR w="9525">
                      <a:solidFill>
                        <a:srgbClr val="777777"/>
                      </a:solidFill>
                    </a:lnR>
                    <a:lnT w="9525">
                      <a:solidFill>
                        <a:srgbClr val="777777"/>
                      </a:solidFill>
                    </a:lnT>
                    <a:lnB w="9525">
                      <a:solidFill>
                        <a:srgbClr val="77777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700" b="0">
                          <a:solidFill>
                            <a:srgbClr val="263044"/>
                          </a:solidFill>
                          <a:latin typeface="Malgun Gothic"/>
                        </a:rPr>
                        <a:t>0.82</a:t>
                      </a:r>
                    </a:p>
                  </a:txBody>
                  <a:tcPr marL="57600" marR="57600" marT="21600" marB="21600" anchor="ctr">
                    <a:solidFill>
                      <a:srgbClr val="FFFFFF"/>
                    </a:solidFill>
                    <a:lnL w="9525">
                      <a:solidFill>
                        <a:srgbClr val="777777"/>
                      </a:solidFill>
                    </a:lnL>
                    <a:lnR w="9525">
                      <a:solidFill>
                        <a:srgbClr val="777777"/>
                      </a:solidFill>
                    </a:lnR>
                    <a:lnT w="9525">
                      <a:solidFill>
                        <a:srgbClr val="777777"/>
                      </a:solidFill>
                    </a:lnT>
                    <a:lnB w="9525">
                      <a:solidFill>
                        <a:srgbClr val="77777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700" b="0">
                          <a:solidFill>
                            <a:srgbClr val="263044"/>
                          </a:solidFill>
                          <a:latin typeface="Malgun Gothic"/>
                        </a:rPr>
                        <a:t>0.72</a:t>
                      </a:r>
                    </a:p>
                  </a:txBody>
                  <a:tcPr marL="57600" marR="57600" marT="21600" marB="21600" anchor="ctr">
                    <a:solidFill>
                      <a:srgbClr val="FFFFFF"/>
                    </a:solidFill>
                    <a:lnL w="9525">
                      <a:solidFill>
                        <a:srgbClr val="777777"/>
                      </a:solidFill>
                    </a:lnL>
                    <a:lnR w="9525">
                      <a:solidFill>
                        <a:srgbClr val="777777"/>
                      </a:solidFill>
                    </a:lnR>
                    <a:lnT w="9525">
                      <a:solidFill>
                        <a:srgbClr val="777777"/>
                      </a:solidFill>
                    </a:lnT>
                    <a:lnB w="9525">
                      <a:solidFill>
                        <a:srgbClr val="77777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700" b="0">
                          <a:solidFill>
                            <a:srgbClr val="263044"/>
                          </a:solidFill>
                          <a:latin typeface="Malgun Gothic"/>
                        </a:rPr>
                        <a:t>0.52</a:t>
                      </a:r>
                    </a:p>
                  </a:txBody>
                  <a:tcPr marL="57600" marR="57600" marT="21600" marB="21600" anchor="ctr">
                    <a:solidFill>
                      <a:srgbClr val="FFFFFF"/>
                    </a:solidFill>
                    <a:lnL w="9525">
                      <a:solidFill>
                        <a:srgbClr val="777777"/>
                      </a:solidFill>
                    </a:lnL>
                    <a:lnR w="9525">
                      <a:solidFill>
                        <a:srgbClr val="777777"/>
                      </a:solidFill>
                    </a:lnR>
                    <a:lnT w="9525">
                      <a:solidFill>
                        <a:srgbClr val="777777"/>
                      </a:solidFill>
                    </a:lnT>
                    <a:lnB w="9525">
                      <a:solidFill>
                        <a:srgbClr val="77777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700" b="0">
                          <a:solidFill>
                            <a:srgbClr val="263044"/>
                          </a:solidFill>
                          <a:latin typeface="Malgun Gothic"/>
                        </a:rPr>
                        <a:t>0.71</a:t>
                      </a:r>
                    </a:p>
                  </a:txBody>
                  <a:tcPr marL="57600" marR="57600" marT="21600" marB="21600" anchor="ctr">
                    <a:solidFill>
                      <a:srgbClr val="FFFFFF"/>
                    </a:solidFill>
                    <a:lnL w="9525">
                      <a:solidFill>
                        <a:srgbClr val="777777"/>
                      </a:solidFill>
                    </a:lnL>
                    <a:lnR w="9525">
                      <a:solidFill>
                        <a:srgbClr val="777777"/>
                      </a:solidFill>
                    </a:lnR>
                    <a:lnT w="9525">
                      <a:solidFill>
                        <a:srgbClr val="777777"/>
                      </a:solidFill>
                    </a:lnT>
                    <a:lnB w="9525">
                      <a:solidFill>
                        <a:srgbClr val="77777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700" b="0">
                          <a:solidFill>
                            <a:srgbClr val="263044"/>
                          </a:solidFill>
                          <a:latin typeface="Malgun Gothic"/>
                        </a:rPr>
                        <a:t>0.69</a:t>
                      </a:r>
                    </a:p>
                  </a:txBody>
                  <a:tcPr marL="57600" marR="57600" marT="21600" marB="21600" anchor="ctr">
                    <a:solidFill>
                      <a:srgbClr val="FFFFFF"/>
                    </a:solidFill>
                    <a:lnL w="9525">
                      <a:solidFill>
                        <a:srgbClr val="777777"/>
                      </a:solidFill>
                    </a:lnL>
                    <a:lnR w="9525">
                      <a:solidFill>
                        <a:srgbClr val="777777"/>
                      </a:solidFill>
                    </a:lnR>
                    <a:lnT w="9525">
                      <a:solidFill>
                        <a:srgbClr val="777777"/>
                      </a:solidFill>
                    </a:lnT>
                    <a:lnB w="9525">
                      <a:solidFill>
                        <a:srgbClr val="77777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700" b="0">
                          <a:solidFill>
                            <a:srgbClr val="263044"/>
                          </a:solidFill>
                          <a:latin typeface="Malgun Gothic"/>
                        </a:rPr>
                        <a:t>0.73</a:t>
                      </a:r>
                    </a:p>
                  </a:txBody>
                  <a:tcPr marL="57600" marR="57600" marT="21600" marB="21600" anchor="ctr">
                    <a:solidFill>
                      <a:srgbClr val="FFFFFF"/>
                    </a:solidFill>
                    <a:lnL w="9525">
                      <a:solidFill>
                        <a:srgbClr val="777777"/>
                      </a:solidFill>
                    </a:lnL>
                    <a:lnR w="9525">
                      <a:solidFill>
                        <a:srgbClr val="777777"/>
                      </a:solidFill>
                    </a:lnR>
                    <a:lnT w="9525">
                      <a:solidFill>
                        <a:srgbClr val="777777"/>
                      </a:solidFill>
                    </a:lnT>
                    <a:lnB w="9525">
                      <a:solidFill>
                        <a:srgbClr val="77777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700" b="1">
                          <a:solidFill>
                            <a:srgbClr val="263044"/>
                          </a:solidFill>
                          <a:latin typeface="Malgun Gothic"/>
                        </a:rPr>
                        <a:t>0.90</a:t>
                      </a:r>
                    </a:p>
                  </a:txBody>
                  <a:tcPr marL="57600" marR="57600" marT="21600" marB="21600" anchor="ctr">
                    <a:solidFill>
                      <a:srgbClr val="FFFFFF"/>
                    </a:solidFill>
                    <a:lnL w="9525">
                      <a:solidFill>
                        <a:srgbClr val="777777"/>
                      </a:solidFill>
                    </a:lnL>
                    <a:lnR w="9525">
                      <a:solidFill>
                        <a:srgbClr val="777777"/>
                      </a:solidFill>
                    </a:lnR>
                    <a:lnT w="9525">
                      <a:solidFill>
                        <a:srgbClr val="777777"/>
                      </a:solidFill>
                    </a:lnT>
                    <a:lnB w="9525">
                      <a:solidFill>
                        <a:srgbClr val="77777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700" b="1">
                          <a:solidFill>
                            <a:srgbClr val="263044"/>
                          </a:solidFill>
                          <a:latin typeface="Malgun Gothic"/>
                        </a:rPr>
                        <a:t>0.89</a:t>
                      </a:r>
                    </a:p>
                  </a:txBody>
                  <a:tcPr marL="57600" marR="57600" marT="21600" marB="21600" anchor="ctr">
                    <a:solidFill>
                      <a:srgbClr val="FFFFFF"/>
                    </a:solidFill>
                    <a:lnL w="9525">
                      <a:solidFill>
                        <a:srgbClr val="777777"/>
                      </a:solidFill>
                    </a:lnL>
                    <a:lnR w="9525">
                      <a:solidFill>
                        <a:srgbClr val="777777"/>
                      </a:solidFill>
                    </a:lnR>
                    <a:lnT w="9525">
                      <a:solidFill>
                        <a:srgbClr val="777777"/>
                      </a:solidFill>
                    </a:lnT>
                    <a:lnB w="9525">
                      <a:solidFill>
                        <a:srgbClr val="77777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700" b="0">
                          <a:solidFill>
                            <a:srgbClr val="263044"/>
                          </a:solidFill>
                          <a:latin typeface="Malgun Gothic"/>
                        </a:rPr>
                        <a:t>0.84</a:t>
                      </a:r>
                    </a:p>
                  </a:txBody>
                  <a:tcPr marL="57600" marR="57600" marT="21600" marB="21600" anchor="ctr">
                    <a:solidFill>
                      <a:srgbClr val="FFFFFF"/>
                    </a:solidFill>
                    <a:lnL w="9525">
                      <a:solidFill>
                        <a:srgbClr val="777777"/>
                      </a:solidFill>
                    </a:lnL>
                    <a:lnR w="9525">
                      <a:solidFill>
                        <a:srgbClr val="777777"/>
                      </a:solidFill>
                    </a:lnR>
                    <a:lnT w="9525">
                      <a:solidFill>
                        <a:srgbClr val="777777"/>
                      </a:solidFill>
                    </a:lnT>
                    <a:lnB w="9525">
                      <a:solidFill>
                        <a:srgbClr val="77777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700" b="1">
                          <a:solidFill>
                            <a:srgbClr val="263044"/>
                          </a:solidFill>
                          <a:latin typeface="Malgun Gothic"/>
                        </a:rPr>
                        <a:t>1.00</a:t>
                      </a:r>
                    </a:p>
                  </a:txBody>
                  <a:tcPr marL="57600" marR="57600" marT="21600" marB="21600" anchor="ctr">
                    <a:solidFill>
                      <a:srgbClr val="FFFFFF"/>
                    </a:solidFill>
                    <a:lnL w="9525">
                      <a:solidFill>
                        <a:srgbClr val="777777"/>
                      </a:solidFill>
                    </a:lnL>
                    <a:lnR w="9525">
                      <a:solidFill>
                        <a:srgbClr val="777777"/>
                      </a:solidFill>
                    </a:lnR>
                    <a:lnT w="9525">
                      <a:solidFill>
                        <a:srgbClr val="777777"/>
                      </a:solidFill>
                    </a:lnT>
                    <a:lnB w="9525">
                      <a:solidFill>
                        <a:srgbClr val="77777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700" b="0">
                          <a:solidFill>
                            <a:srgbClr val="263044"/>
                          </a:solidFill>
                          <a:latin typeface="Malgun Gothic"/>
                        </a:rPr>
                        <a:t>0.81</a:t>
                      </a:r>
                    </a:p>
                  </a:txBody>
                  <a:tcPr marL="57600" marR="57600" marT="21600" marB="21600" anchor="ctr">
                    <a:solidFill>
                      <a:srgbClr val="FFFFFF"/>
                    </a:solidFill>
                    <a:lnL w="9525">
                      <a:solidFill>
                        <a:srgbClr val="777777"/>
                      </a:solidFill>
                    </a:lnL>
                    <a:lnR w="9525">
                      <a:solidFill>
                        <a:srgbClr val="777777"/>
                      </a:solidFill>
                    </a:lnR>
                    <a:lnT w="9525">
                      <a:solidFill>
                        <a:srgbClr val="777777"/>
                      </a:solidFill>
                    </a:lnT>
                    <a:lnB w="9525">
                      <a:solidFill>
                        <a:srgbClr val="77777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700" b="0">
                          <a:solidFill>
                            <a:srgbClr val="263044"/>
                          </a:solidFill>
                          <a:latin typeface="Malgun Gothic"/>
                        </a:rPr>
                        <a:t>0.61</a:t>
                      </a:r>
                    </a:p>
                  </a:txBody>
                  <a:tcPr marL="57600" marR="57600" marT="21600" marB="21600" anchor="ctr">
                    <a:solidFill>
                      <a:srgbClr val="FFFFFF"/>
                    </a:solidFill>
                    <a:lnL w="9525">
                      <a:solidFill>
                        <a:srgbClr val="777777"/>
                      </a:solidFill>
                    </a:lnL>
                    <a:lnR w="9525">
                      <a:solidFill>
                        <a:srgbClr val="777777"/>
                      </a:solidFill>
                    </a:lnR>
                    <a:lnT w="9525">
                      <a:solidFill>
                        <a:srgbClr val="777777"/>
                      </a:solidFill>
                    </a:lnT>
                    <a:lnB w="9525">
                      <a:solidFill>
                        <a:srgbClr val="77777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700" b="0">
                          <a:solidFill>
                            <a:srgbClr val="263044"/>
                          </a:solidFill>
                          <a:latin typeface="Malgun Gothic"/>
                        </a:rPr>
                        <a:t>0.71</a:t>
                      </a:r>
                    </a:p>
                  </a:txBody>
                  <a:tcPr marL="57600" marR="57600" marT="21600" marB="21600" anchor="ctr">
                    <a:solidFill>
                      <a:srgbClr val="FFFFFF"/>
                    </a:solidFill>
                    <a:lnL w="9525">
                      <a:solidFill>
                        <a:srgbClr val="777777"/>
                      </a:solidFill>
                    </a:lnL>
                    <a:lnR w="9525">
                      <a:solidFill>
                        <a:srgbClr val="777777"/>
                      </a:solidFill>
                    </a:lnR>
                    <a:lnT w="9525">
                      <a:solidFill>
                        <a:srgbClr val="777777"/>
                      </a:solidFill>
                    </a:lnT>
                    <a:lnB w="9525">
                      <a:solidFill>
                        <a:srgbClr val="777777"/>
                      </a:solidFill>
                    </a:lnB>
                  </a:tcPr>
                </a:tc>
              </a:tr>
              <a:tr h="349814">
                <a:tc>
                  <a:txBody>
                    <a:bodyPr wrap="square"/>
                    <a:lstStyle/>
                    <a:p>
                      <a:pPr algn="l"/>
                      <a:r>
                        <a:rPr sz="1700" b="0">
                          <a:solidFill>
                            <a:srgbClr val="263044"/>
                          </a:solidFill>
                          <a:latin typeface="Malgun Gothic"/>
                        </a:rPr>
                        <a:t>5 HyDE+CAD</a:t>
                      </a:r>
                    </a:p>
                  </a:txBody>
                  <a:tcPr marL="57600" marR="57600" marT="21600" marB="21600" anchor="ctr">
                    <a:solidFill>
                      <a:srgbClr val="FFFFFF"/>
                    </a:solidFill>
                    <a:lnL w="9525">
                      <a:solidFill>
                        <a:srgbClr val="777777"/>
                      </a:solidFill>
                    </a:lnL>
                    <a:lnR w="9525">
                      <a:solidFill>
                        <a:srgbClr val="777777"/>
                      </a:solidFill>
                    </a:lnR>
                    <a:lnT w="9525">
                      <a:solidFill>
                        <a:srgbClr val="777777"/>
                      </a:solidFill>
                    </a:lnT>
                    <a:lnB w="9525">
                      <a:solidFill>
                        <a:srgbClr val="77777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700" b="1">
                          <a:solidFill>
                            <a:srgbClr val="263044"/>
                          </a:solidFill>
                          <a:latin typeface="Malgun Gothic"/>
                        </a:rPr>
                        <a:t>0.93</a:t>
                      </a:r>
                    </a:p>
                  </a:txBody>
                  <a:tcPr marL="57600" marR="57600" marT="21600" marB="21600" anchor="ctr">
                    <a:solidFill>
                      <a:srgbClr val="FFFFFF"/>
                    </a:solidFill>
                    <a:lnL w="9525">
                      <a:solidFill>
                        <a:srgbClr val="777777"/>
                      </a:solidFill>
                    </a:lnL>
                    <a:lnR w="9525">
                      <a:solidFill>
                        <a:srgbClr val="777777"/>
                      </a:solidFill>
                    </a:lnR>
                    <a:lnT w="9525">
                      <a:solidFill>
                        <a:srgbClr val="777777"/>
                      </a:solidFill>
                    </a:lnT>
                    <a:lnB w="9525">
                      <a:solidFill>
                        <a:srgbClr val="77777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700" b="0">
                          <a:solidFill>
                            <a:srgbClr val="263044"/>
                          </a:solidFill>
                          <a:latin typeface="Malgun Gothic"/>
                        </a:rPr>
                        <a:t>0.80</a:t>
                      </a:r>
                    </a:p>
                  </a:txBody>
                  <a:tcPr marL="57600" marR="57600" marT="21600" marB="21600" anchor="ctr">
                    <a:solidFill>
                      <a:srgbClr val="FFFFFF"/>
                    </a:solidFill>
                    <a:lnL w="9525">
                      <a:solidFill>
                        <a:srgbClr val="777777"/>
                      </a:solidFill>
                    </a:lnL>
                    <a:lnR w="9525">
                      <a:solidFill>
                        <a:srgbClr val="777777"/>
                      </a:solidFill>
                    </a:lnR>
                    <a:lnT w="9525">
                      <a:solidFill>
                        <a:srgbClr val="777777"/>
                      </a:solidFill>
                    </a:lnT>
                    <a:lnB w="9525">
                      <a:solidFill>
                        <a:srgbClr val="77777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700" b="0">
                          <a:solidFill>
                            <a:srgbClr val="263044"/>
                          </a:solidFill>
                          <a:latin typeface="Malgun Gothic"/>
                        </a:rPr>
                        <a:t>0.88</a:t>
                      </a:r>
                    </a:p>
                  </a:txBody>
                  <a:tcPr marL="57600" marR="57600" marT="21600" marB="21600" anchor="ctr">
                    <a:solidFill>
                      <a:srgbClr val="FFFFFF"/>
                    </a:solidFill>
                    <a:lnL w="9525">
                      <a:solidFill>
                        <a:srgbClr val="777777"/>
                      </a:solidFill>
                    </a:lnL>
                    <a:lnR w="9525">
                      <a:solidFill>
                        <a:srgbClr val="777777"/>
                      </a:solidFill>
                    </a:lnR>
                    <a:lnT w="9525">
                      <a:solidFill>
                        <a:srgbClr val="777777"/>
                      </a:solidFill>
                    </a:lnT>
                    <a:lnB w="9525">
                      <a:solidFill>
                        <a:srgbClr val="77777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700" b="1">
                          <a:solidFill>
                            <a:srgbClr val="263044"/>
                          </a:solidFill>
                          <a:latin typeface="Malgun Gothic"/>
                        </a:rPr>
                        <a:t>0.76</a:t>
                      </a:r>
                    </a:p>
                  </a:txBody>
                  <a:tcPr marL="57600" marR="57600" marT="21600" marB="21600" anchor="ctr">
                    <a:solidFill>
                      <a:srgbClr val="FFFFFF"/>
                    </a:solidFill>
                    <a:lnL w="9525">
                      <a:solidFill>
                        <a:srgbClr val="777777"/>
                      </a:solidFill>
                    </a:lnL>
                    <a:lnR w="9525">
                      <a:solidFill>
                        <a:srgbClr val="777777"/>
                      </a:solidFill>
                    </a:lnR>
                    <a:lnT w="9525">
                      <a:solidFill>
                        <a:srgbClr val="777777"/>
                      </a:solidFill>
                    </a:lnT>
                    <a:lnB w="9525">
                      <a:solidFill>
                        <a:srgbClr val="77777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700" b="0">
                          <a:solidFill>
                            <a:srgbClr val="263044"/>
                          </a:solidFill>
                          <a:latin typeface="Malgun Gothic"/>
                        </a:rPr>
                        <a:t>0.63</a:t>
                      </a:r>
                    </a:p>
                  </a:txBody>
                  <a:tcPr marL="57600" marR="57600" marT="21600" marB="21600" anchor="ctr">
                    <a:solidFill>
                      <a:srgbClr val="FFFFFF"/>
                    </a:solidFill>
                    <a:lnL w="9525">
                      <a:solidFill>
                        <a:srgbClr val="777777"/>
                      </a:solidFill>
                    </a:lnL>
                    <a:lnR w="9525">
                      <a:solidFill>
                        <a:srgbClr val="777777"/>
                      </a:solidFill>
                    </a:lnR>
                    <a:lnT w="9525">
                      <a:solidFill>
                        <a:srgbClr val="777777"/>
                      </a:solidFill>
                    </a:lnT>
                    <a:lnB w="9525">
                      <a:solidFill>
                        <a:srgbClr val="77777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700" b="0">
                          <a:solidFill>
                            <a:srgbClr val="263044"/>
                          </a:solidFill>
                          <a:latin typeface="Malgun Gothic"/>
                        </a:rPr>
                        <a:t>0.75</a:t>
                      </a:r>
                    </a:p>
                  </a:txBody>
                  <a:tcPr marL="57600" marR="57600" marT="21600" marB="21600" anchor="ctr">
                    <a:solidFill>
                      <a:srgbClr val="FFFFFF"/>
                    </a:solidFill>
                    <a:lnL w="9525">
                      <a:solidFill>
                        <a:srgbClr val="777777"/>
                      </a:solidFill>
                    </a:lnL>
                    <a:lnR w="9525">
                      <a:solidFill>
                        <a:srgbClr val="777777"/>
                      </a:solidFill>
                    </a:lnR>
                    <a:lnT w="9525">
                      <a:solidFill>
                        <a:srgbClr val="777777"/>
                      </a:solidFill>
                    </a:lnT>
                    <a:lnB w="9525">
                      <a:solidFill>
                        <a:srgbClr val="77777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700" b="1">
                          <a:solidFill>
                            <a:srgbClr val="263044"/>
                          </a:solidFill>
                          <a:latin typeface="Malgun Gothic"/>
                        </a:rPr>
                        <a:t>0.68</a:t>
                      </a:r>
                    </a:p>
                  </a:txBody>
                  <a:tcPr marL="57600" marR="57600" marT="21600" marB="21600" anchor="ctr">
                    <a:solidFill>
                      <a:srgbClr val="FFFFFF"/>
                    </a:solidFill>
                    <a:lnL w="9525">
                      <a:solidFill>
                        <a:srgbClr val="777777"/>
                      </a:solidFill>
                    </a:lnL>
                    <a:lnR w="9525">
                      <a:solidFill>
                        <a:srgbClr val="777777"/>
                      </a:solidFill>
                    </a:lnR>
                    <a:lnT w="9525">
                      <a:solidFill>
                        <a:srgbClr val="777777"/>
                      </a:solidFill>
                    </a:lnT>
                    <a:lnB w="9525">
                      <a:solidFill>
                        <a:srgbClr val="77777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700" b="1">
                          <a:solidFill>
                            <a:srgbClr val="263044"/>
                          </a:solidFill>
                          <a:latin typeface="Malgun Gothic"/>
                        </a:rPr>
                        <a:t>0.73</a:t>
                      </a:r>
                    </a:p>
                  </a:txBody>
                  <a:tcPr marL="57600" marR="57600" marT="21600" marB="21600" anchor="ctr">
                    <a:solidFill>
                      <a:srgbClr val="FFFFFF"/>
                    </a:solidFill>
                    <a:lnL w="9525">
                      <a:solidFill>
                        <a:srgbClr val="777777"/>
                      </a:solidFill>
                    </a:lnL>
                    <a:lnR w="9525">
                      <a:solidFill>
                        <a:srgbClr val="777777"/>
                      </a:solidFill>
                    </a:lnR>
                    <a:lnT w="9525">
                      <a:solidFill>
                        <a:srgbClr val="777777"/>
                      </a:solidFill>
                    </a:lnT>
                    <a:lnB w="9525">
                      <a:solidFill>
                        <a:srgbClr val="77777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700" b="0">
                          <a:solidFill>
                            <a:srgbClr val="263044"/>
                          </a:solidFill>
                          <a:latin typeface="Malgun Gothic"/>
                        </a:rPr>
                        <a:t>0.80</a:t>
                      </a:r>
                    </a:p>
                  </a:txBody>
                  <a:tcPr marL="57600" marR="57600" marT="21600" marB="21600" anchor="ctr">
                    <a:solidFill>
                      <a:srgbClr val="FFFFFF"/>
                    </a:solidFill>
                    <a:lnL w="9525">
                      <a:solidFill>
                        <a:srgbClr val="777777"/>
                      </a:solidFill>
                    </a:lnL>
                    <a:lnR w="9525">
                      <a:solidFill>
                        <a:srgbClr val="777777"/>
                      </a:solidFill>
                    </a:lnR>
                    <a:lnT w="9525">
                      <a:solidFill>
                        <a:srgbClr val="777777"/>
                      </a:solidFill>
                    </a:lnT>
                    <a:lnB w="9525">
                      <a:solidFill>
                        <a:srgbClr val="77777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700" b="1">
                          <a:solidFill>
                            <a:srgbClr val="263044"/>
                          </a:solidFill>
                          <a:latin typeface="Malgun Gothic"/>
                        </a:rPr>
                        <a:t>0.94</a:t>
                      </a:r>
                    </a:p>
                  </a:txBody>
                  <a:tcPr marL="57600" marR="57600" marT="21600" marB="21600" anchor="ctr">
                    <a:solidFill>
                      <a:srgbClr val="FFFFFF"/>
                    </a:solidFill>
                    <a:lnL w="9525">
                      <a:solidFill>
                        <a:srgbClr val="777777"/>
                      </a:solidFill>
                    </a:lnL>
                    <a:lnR w="9525">
                      <a:solidFill>
                        <a:srgbClr val="777777"/>
                      </a:solidFill>
                    </a:lnR>
                    <a:lnT w="9525">
                      <a:solidFill>
                        <a:srgbClr val="777777"/>
                      </a:solidFill>
                    </a:lnT>
                    <a:lnB w="9525">
                      <a:solidFill>
                        <a:srgbClr val="77777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700" b="0">
                          <a:solidFill>
                            <a:srgbClr val="263044"/>
                          </a:solidFill>
                          <a:latin typeface="Malgun Gothic"/>
                        </a:rPr>
                        <a:t>0.84</a:t>
                      </a:r>
                    </a:p>
                  </a:txBody>
                  <a:tcPr marL="57600" marR="57600" marT="21600" marB="21600" anchor="ctr">
                    <a:solidFill>
                      <a:srgbClr val="FFFFFF"/>
                    </a:solidFill>
                    <a:lnL w="9525">
                      <a:solidFill>
                        <a:srgbClr val="777777"/>
                      </a:solidFill>
                    </a:lnL>
                    <a:lnR w="9525">
                      <a:solidFill>
                        <a:srgbClr val="777777"/>
                      </a:solidFill>
                    </a:lnR>
                    <a:lnT w="9525">
                      <a:solidFill>
                        <a:srgbClr val="777777"/>
                      </a:solidFill>
                    </a:lnT>
                    <a:lnB w="9525">
                      <a:solidFill>
                        <a:srgbClr val="77777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700" b="0">
                          <a:solidFill>
                            <a:srgbClr val="263044"/>
                          </a:solidFill>
                          <a:latin typeface="Malgun Gothic"/>
                        </a:rPr>
                        <a:t>0.94</a:t>
                      </a:r>
                    </a:p>
                  </a:txBody>
                  <a:tcPr marL="57600" marR="57600" marT="21600" marB="21600" anchor="ctr">
                    <a:solidFill>
                      <a:srgbClr val="FFFFFF"/>
                    </a:solidFill>
                    <a:lnL w="9525">
                      <a:solidFill>
                        <a:srgbClr val="777777"/>
                      </a:solidFill>
                    </a:lnL>
                    <a:lnR w="9525">
                      <a:solidFill>
                        <a:srgbClr val="777777"/>
                      </a:solidFill>
                    </a:lnR>
                    <a:lnT w="9525">
                      <a:solidFill>
                        <a:srgbClr val="777777"/>
                      </a:solidFill>
                    </a:lnT>
                    <a:lnB w="9525">
                      <a:solidFill>
                        <a:srgbClr val="77777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700" b="0">
                          <a:solidFill>
                            <a:srgbClr val="263044"/>
                          </a:solidFill>
                          <a:latin typeface="Malgun Gothic"/>
                        </a:rPr>
                        <a:t>0.52</a:t>
                      </a:r>
                    </a:p>
                  </a:txBody>
                  <a:tcPr marL="57600" marR="57600" marT="21600" marB="21600" anchor="ctr">
                    <a:solidFill>
                      <a:srgbClr val="FFFFFF"/>
                    </a:solidFill>
                    <a:lnL w="9525">
                      <a:solidFill>
                        <a:srgbClr val="777777"/>
                      </a:solidFill>
                    </a:lnL>
                    <a:lnR w="9525">
                      <a:solidFill>
                        <a:srgbClr val="777777"/>
                      </a:solidFill>
                    </a:lnR>
                    <a:lnT w="9525">
                      <a:solidFill>
                        <a:srgbClr val="777777"/>
                      </a:solidFill>
                    </a:lnT>
                    <a:lnB w="9525">
                      <a:solidFill>
                        <a:srgbClr val="77777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700" b="0">
                          <a:solidFill>
                            <a:srgbClr val="263044"/>
                          </a:solidFill>
                          <a:latin typeface="Malgun Gothic"/>
                        </a:rPr>
                        <a:t>0.46</a:t>
                      </a:r>
                    </a:p>
                  </a:txBody>
                  <a:tcPr marL="57600" marR="57600" marT="21600" marB="21600" anchor="ctr">
                    <a:solidFill>
                      <a:srgbClr val="FFFFFF"/>
                    </a:solidFill>
                    <a:lnL w="9525">
                      <a:solidFill>
                        <a:srgbClr val="777777"/>
                      </a:solidFill>
                    </a:lnL>
                    <a:lnR w="9525">
                      <a:solidFill>
                        <a:srgbClr val="777777"/>
                      </a:solidFill>
                    </a:lnR>
                    <a:lnT w="9525">
                      <a:solidFill>
                        <a:srgbClr val="777777"/>
                      </a:solidFill>
                    </a:lnT>
                    <a:lnB w="9525">
                      <a:solidFill>
                        <a:srgbClr val="77777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700" b="0">
                          <a:solidFill>
                            <a:srgbClr val="263044"/>
                          </a:solidFill>
                          <a:latin typeface="Malgun Gothic"/>
                        </a:rPr>
                        <a:t>0.55</a:t>
                      </a:r>
                    </a:p>
                  </a:txBody>
                  <a:tcPr marL="57600" marR="57600" marT="21600" marB="21600" anchor="ctr">
                    <a:solidFill>
                      <a:srgbClr val="FFFFFF"/>
                    </a:solidFill>
                    <a:lnL w="9525">
                      <a:solidFill>
                        <a:srgbClr val="777777"/>
                      </a:solidFill>
                    </a:lnL>
                    <a:lnR w="9525">
                      <a:solidFill>
                        <a:srgbClr val="777777"/>
                      </a:solidFill>
                    </a:lnR>
                    <a:lnT w="9525">
                      <a:solidFill>
                        <a:srgbClr val="777777"/>
                      </a:solidFill>
                    </a:lnT>
                    <a:lnB w="9525">
                      <a:solidFill>
                        <a:srgbClr val="777777"/>
                      </a:solidFill>
                    </a:lnB>
                  </a:tcPr>
                </a:tc>
              </a:tr>
              <a:tr h="349814">
                <a:tc>
                  <a:txBody>
                    <a:bodyPr wrap="square"/>
                    <a:lstStyle/>
                    <a:p>
                      <a:pPr algn="l"/>
                      <a:r>
                        <a:rPr sz="1700" b="0">
                          <a:solidFill>
                            <a:srgbClr val="263044"/>
                          </a:solidFill>
                          <a:latin typeface="Malgun Gothic"/>
                        </a:rPr>
                        <a:t>6 HyDE+SCD</a:t>
                      </a:r>
                    </a:p>
                  </a:txBody>
                  <a:tcPr marL="57600" marR="57600" marT="21600" marB="21600" anchor="ctr">
                    <a:solidFill>
                      <a:srgbClr val="FFFFFF"/>
                    </a:solidFill>
                    <a:lnL w="9525">
                      <a:solidFill>
                        <a:srgbClr val="777777"/>
                      </a:solidFill>
                    </a:lnL>
                    <a:lnR w="9525">
                      <a:solidFill>
                        <a:srgbClr val="777777"/>
                      </a:solidFill>
                    </a:lnR>
                    <a:lnT w="9525">
                      <a:solidFill>
                        <a:srgbClr val="777777"/>
                      </a:solidFill>
                    </a:lnT>
                    <a:lnB w="9525">
                      <a:solidFill>
                        <a:srgbClr val="77777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700" b="0">
                          <a:solidFill>
                            <a:srgbClr val="263044"/>
                          </a:solidFill>
                          <a:latin typeface="Malgun Gothic"/>
                        </a:rPr>
                        <a:t>0.84</a:t>
                      </a:r>
                    </a:p>
                  </a:txBody>
                  <a:tcPr marL="57600" marR="57600" marT="21600" marB="21600" anchor="ctr">
                    <a:solidFill>
                      <a:srgbClr val="FFFFFF"/>
                    </a:solidFill>
                    <a:lnL w="9525">
                      <a:solidFill>
                        <a:srgbClr val="777777"/>
                      </a:solidFill>
                    </a:lnL>
                    <a:lnR w="9525">
                      <a:solidFill>
                        <a:srgbClr val="777777"/>
                      </a:solidFill>
                    </a:lnR>
                    <a:lnT w="9525">
                      <a:solidFill>
                        <a:srgbClr val="777777"/>
                      </a:solidFill>
                    </a:lnT>
                    <a:lnB w="9525">
                      <a:solidFill>
                        <a:srgbClr val="77777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700" b="1">
                          <a:solidFill>
                            <a:srgbClr val="263044"/>
                          </a:solidFill>
                          <a:latin typeface="Malgun Gothic"/>
                        </a:rPr>
                        <a:t>0.83</a:t>
                      </a:r>
                    </a:p>
                  </a:txBody>
                  <a:tcPr marL="57600" marR="57600" marT="21600" marB="21600" anchor="ctr">
                    <a:solidFill>
                      <a:srgbClr val="FFFFFF"/>
                    </a:solidFill>
                    <a:lnL w="9525">
                      <a:solidFill>
                        <a:srgbClr val="777777"/>
                      </a:solidFill>
                    </a:lnL>
                    <a:lnR w="9525">
                      <a:solidFill>
                        <a:srgbClr val="777777"/>
                      </a:solidFill>
                    </a:lnR>
                    <a:lnT w="9525">
                      <a:solidFill>
                        <a:srgbClr val="777777"/>
                      </a:solidFill>
                    </a:lnT>
                    <a:lnB w="9525">
                      <a:solidFill>
                        <a:srgbClr val="77777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700" b="0">
                          <a:solidFill>
                            <a:srgbClr val="263044"/>
                          </a:solidFill>
                          <a:latin typeface="Malgun Gothic"/>
                        </a:rPr>
                        <a:t>0.79</a:t>
                      </a:r>
                    </a:p>
                  </a:txBody>
                  <a:tcPr marL="57600" marR="57600" marT="21600" marB="21600" anchor="ctr">
                    <a:solidFill>
                      <a:srgbClr val="FFFFFF"/>
                    </a:solidFill>
                    <a:lnL w="9525">
                      <a:solidFill>
                        <a:srgbClr val="777777"/>
                      </a:solidFill>
                    </a:lnL>
                    <a:lnR w="9525">
                      <a:solidFill>
                        <a:srgbClr val="777777"/>
                      </a:solidFill>
                    </a:lnR>
                    <a:lnT w="9525">
                      <a:solidFill>
                        <a:srgbClr val="777777"/>
                      </a:solidFill>
                    </a:lnT>
                    <a:lnB w="9525">
                      <a:solidFill>
                        <a:srgbClr val="77777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700" b="0">
                          <a:solidFill>
                            <a:srgbClr val="263044"/>
                          </a:solidFill>
                          <a:latin typeface="Malgun Gothic"/>
                        </a:rPr>
                        <a:t>0.72</a:t>
                      </a:r>
                    </a:p>
                  </a:txBody>
                  <a:tcPr marL="57600" marR="57600" marT="21600" marB="21600" anchor="ctr">
                    <a:solidFill>
                      <a:srgbClr val="FFFFFF"/>
                    </a:solidFill>
                    <a:lnL w="9525">
                      <a:solidFill>
                        <a:srgbClr val="777777"/>
                      </a:solidFill>
                    </a:lnL>
                    <a:lnR w="9525">
                      <a:solidFill>
                        <a:srgbClr val="777777"/>
                      </a:solidFill>
                    </a:lnR>
                    <a:lnT w="9525">
                      <a:solidFill>
                        <a:srgbClr val="777777"/>
                      </a:solidFill>
                    </a:lnT>
                    <a:lnB w="9525">
                      <a:solidFill>
                        <a:srgbClr val="77777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700" b="0">
                          <a:solidFill>
                            <a:srgbClr val="263044"/>
                          </a:solidFill>
                          <a:latin typeface="Malgun Gothic"/>
                        </a:rPr>
                        <a:t>0.68</a:t>
                      </a:r>
                    </a:p>
                  </a:txBody>
                  <a:tcPr marL="57600" marR="57600" marT="21600" marB="21600" anchor="ctr">
                    <a:solidFill>
                      <a:srgbClr val="FFFFFF"/>
                    </a:solidFill>
                    <a:lnL w="9525">
                      <a:solidFill>
                        <a:srgbClr val="777777"/>
                      </a:solidFill>
                    </a:lnL>
                    <a:lnR w="9525">
                      <a:solidFill>
                        <a:srgbClr val="777777"/>
                      </a:solidFill>
                    </a:lnR>
                    <a:lnT w="9525">
                      <a:solidFill>
                        <a:srgbClr val="777777"/>
                      </a:solidFill>
                    </a:lnT>
                    <a:lnB w="9525">
                      <a:solidFill>
                        <a:srgbClr val="77777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700" b="0">
                          <a:solidFill>
                            <a:srgbClr val="263044"/>
                          </a:solidFill>
                          <a:latin typeface="Malgun Gothic"/>
                        </a:rPr>
                        <a:t>0.74</a:t>
                      </a:r>
                    </a:p>
                  </a:txBody>
                  <a:tcPr marL="57600" marR="57600" marT="21600" marB="21600" anchor="ctr">
                    <a:solidFill>
                      <a:srgbClr val="FFFFFF"/>
                    </a:solidFill>
                    <a:lnL w="9525">
                      <a:solidFill>
                        <a:srgbClr val="777777"/>
                      </a:solidFill>
                    </a:lnL>
                    <a:lnR w="9525">
                      <a:solidFill>
                        <a:srgbClr val="777777"/>
                      </a:solidFill>
                    </a:lnR>
                    <a:lnT w="9525">
                      <a:solidFill>
                        <a:srgbClr val="777777"/>
                      </a:solidFill>
                    </a:lnT>
                    <a:lnB w="9525">
                      <a:solidFill>
                        <a:srgbClr val="77777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700" b="1">
                          <a:solidFill>
                            <a:srgbClr val="263044"/>
                          </a:solidFill>
                          <a:latin typeface="Malgun Gothic"/>
                        </a:rPr>
                        <a:t>0.71</a:t>
                      </a:r>
                    </a:p>
                  </a:txBody>
                  <a:tcPr marL="57600" marR="57600" marT="21600" marB="21600" anchor="ctr">
                    <a:solidFill>
                      <a:srgbClr val="FFFFFF"/>
                    </a:solidFill>
                    <a:lnL w="9525">
                      <a:solidFill>
                        <a:srgbClr val="777777"/>
                      </a:solidFill>
                    </a:lnL>
                    <a:lnR w="9525">
                      <a:solidFill>
                        <a:srgbClr val="777777"/>
                      </a:solidFill>
                    </a:lnR>
                    <a:lnT w="9525">
                      <a:solidFill>
                        <a:srgbClr val="777777"/>
                      </a:solidFill>
                    </a:lnT>
                    <a:lnB w="9525">
                      <a:solidFill>
                        <a:srgbClr val="77777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700" b="0">
                          <a:solidFill>
                            <a:srgbClr val="263044"/>
                          </a:solidFill>
                          <a:latin typeface="Malgun Gothic"/>
                        </a:rPr>
                        <a:t>0.69</a:t>
                      </a:r>
                    </a:p>
                  </a:txBody>
                  <a:tcPr marL="57600" marR="57600" marT="21600" marB="21600" anchor="ctr">
                    <a:solidFill>
                      <a:srgbClr val="FFFFFF"/>
                    </a:solidFill>
                    <a:lnL w="9525">
                      <a:solidFill>
                        <a:srgbClr val="777777"/>
                      </a:solidFill>
                    </a:lnL>
                    <a:lnR w="9525">
                      <a:solidFill>
                        <a:srgbClr val="777777"/>
                      </a:solidFill>
                    </a:lnR>
                    <a:lnT w="9525">
                      <a:solidFill>
                        <a:srgbClr val="777777"/>
                      </a:solidFill>
                    </a:lnT>
                    <a:lnB w="9525">
                      <a:solidFill>
                        <a:srgbClr val="77777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700" b="0">
                          <a:solidFill>
                            <a:srgbClr val="263044"/>
                          </a:solidFill>
                          <a:latin typeface="Malgun Gothic"/>
                        </a:rPr>
                        <a:t>0.85</a:t>
                      </a:r>
                    </a:p>
                  </a:txBody>
                  <a:tcPr marL="57600" marR="57600" marT="21600" marB="21600" anchor="ctr">
                    <a:solidFill>
                      <a:srgbClr val="FFFFFF"/>
                    </a:solidFill>
                    <a:lnL w="9525">
                      <a:solidFill>
                        <a:srgbClr val="777777"/>
                      </a:solidFill>
                    </a:lnL>
                    <a:lnR w="9525">
                      <a:solidFill>
                        <a:srgbClr val="777777"/>
                      </a:solidFill>
                    </a:lnR>
                    <a:lnT w="9525">
                      <a:solidFill>
                        <a:srgbClr val="777777"/>
                      </a:solidFill>
                    </a:lnT>
                    <a:lnB w="9525">
                      <a:solidFill>
                        <a:srgbClr val="77777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700" b="1">
                          <a:solidFill>
                            <a:srgbClr val="263044"/>
                          </a:solidFill>
                          <a:latin typeface="Malgun Gothic"/>
                        </a:rPr>
                        <a:t>0.89</a:t>
                      </a:r>
                    </a:p>
                  </a:txBody>
                  <a:tcPr marL="57600" marR="57600" marT="21600" marB="21600" anchor="ctr">
                    <a:solidFill>
                      <a:srgbClr val="FFFFFF"/>
                    </a:solidFill>
                    <a:lnL w="9525">
                      <a:solidFill>
                        <a:srgbClr val="777777"/>
                      </a:solidFill>
                    </a:lnL>
                    <a:lnR w="9525">
                      <a:solidFill>
                        <a:srgbClr val="777777"/>
                      </a:solidFill>
                    </a:lnR>
                    <a:lnT w="9525">
                      <a:solidFill>
                        <a:srgbClr val="777777"/>
                      </a:solidFill>
                    </a:lnT>
                    <a:lnB w="9525">
                      <a:solidFill>
                        <a:srgbClr val="77777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700" b="0">
                          <a:solidFill>
                            <a:srgbClr val="263044"/>
                          </a:solidFill>
                          <a:latin typeface="Malgun Gothic"/>
                        </a:rPr>
                        <a:t>0.84</a:t>
                      </a:r>
                    </a:p>
                  </a:txBody>
                  <a:tcPr marL="57600" marR="57600" marT="21600" marB="21600" anchor="ctr">
                    <a:solidFill>
                      <a:srgbClr val="FFFFFF"/>
                    </a:solidFill>
                    <a:lnL w="9525">
                      <a:solidFill>
                        <a:srgbClr val="777777"/>
                      </a:solidFill>
                    </a:lnL>
                    <a:lnR w="9525">
                      <a:solidFill>
                        <a:srgbClr val="777777"/>
                      </a:solidFill>
                    </a:lnR>
                    <a:lnT w="9525">
                      <a:solidFill>
                        <a:srgbClr val="777777"/>
                      </a:solidFill>
                    </a:lnT>
                    <a:lnB w="9525">
                      <a:solidFill>
                        <a:srgbClr val="77777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700" b="1">
                          <a:solidFill>
                            <a:srgbClr val="263044"/>
                          </a:solidFill>
                          <a:latin typeface="Malgun Gothic"/>
                        </a:rPr>
                        <a:t>1.00</a:t>
                      </a:r>
                    </a:p>
                  </a:txBody>
                  <a:tcPr marL="57600" marR="57600" marT="21600" marB="21600" anchor="ctr">
                    <a:solidFill>
                      <a:srgbClr val="FFFFFF"/>
                    </a:solidFill>
                    <a:lnL w="9525">
                      <a:solidFill>
                        <a:srgbClr val="777777"/>
                      </a:solidFill>
                    </a:lnL>
                    <a:lnR w="9525">
                      <a:solidFill>
                        <a:srgbClr val="777777"/>
                      </a:solidFill>
                    </a:lnR>
                    <a:lnT w="9525">
                      <a:solidFill>
                        <a:srgbClr val="777777"/>
                      </a:solidFill>
                    </a:lnT>
                    <a:lnB w="9525">
                      <a:solidFill>
                        <a:srgbClr val="77777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700" b="1">
                          <a:solidFill>
                            <a:srgbClr val="263044"/>
                          </a:solidFill>
                          <a:latin typeface="Malgun Gothic"/>
                        </a:rPr>
                        <a:t>0.83</a:t>
                      </a:r>
                    </a:p>
                  </a:txBody>
                  <a:tcPr marL="57600" marR="57600" marT="21600" marB="21600" anchor="ctr">
                    <a:solidFill>
                      <a:srgbClr val="FFFFFF"/>
                    </a:solidFill>
                    <a:lnL w="9525">
                      <a:solidFill>
                        <a:srgbClr val="777777"/>
                      </a:solidFill>
                    </a:lnL>
                    <a:lnR w="9525">
                      <a:solidFill>
                        <a:srgbClr val="777777"/>
                      </a:solidFill>
                    </a:lnR>
                    <a:lnT w="9525">
                      <a:solidFill>
                        <a:srgbClr val="777777"/>
                      </a:solidFill>
                    </a:lnT>
                    <a:lnB w="9525">
                      <a:solidFill>
                        <a:srgbClr val="77777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700" b="1">
                          <a:solidFill>
                            <a:srgbClr val="263044"/>
                          </a:solidFill>
                          <a:latin typeface="Malgun Gothic"/>
                        </a:rPr>
                        <a:t>0.79</a:t>
                      </a:r>
                    </a:p>
                  </a:txBody>
                  <a:tcPr marL="57600" marR="57600" marT="21600" marB="21600" anchor="ctr">
                    <a:solidFill>
                      <a:srgbClr val="FFFFFF"/>
                    </a:solidFill>
                    <a:lnL w="9525">
                      <a:solidFill>
                        <a:srgbClr val="777777"/>
                      </a:solidFill>
                    </a:lnL>
                    <a:lnR w="9525">
                      <a:solidFill>
                        <a:srgbClr val="777777"/>
                      </a:solidFill>
                    </a:lnR>
                    <a:lnT w="9525">
                      <a:solidFill>
                        <a:srgbClr val="777777"/>
                      </a:solidFill>
                    </a:lnT>
                    <a:lnB w="9525">
                      <a:solidFill>
                        <a:srgbClr val="77777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700" b="1">
                          <a:solidFill>
                            <a:srgbClr val="263044"/>
                          </a:solidFill>
                          <a:latin typeface="Malgun Gothic"/>
                        </a:rPr>
                        <a:t>0.81</a:t>
                      </a:r>
                    </a:p>
                  </a:txBody>
                  <a:tcPr marL="57600" marR="57600" marT="21600" marB="21600" anchor="ctr">
                    <a:solidFill>
                      <a:srgbClr val="FFFFFF"/>
                    </a:solidFill>
                    <a:lnL w="9525">
                      <a:solidFill>
                        <a:srgbClr val="777777"/>
                      </a:solidFill>
                    </a:lnL>
                    <a:lnR w="9525">
                      <a:solidFill>
                        <a:srgbClr val="777777"/>
                      </a:solidFill>
                    </a:lnR>
                    <a:lnT w="9525">
                      <a:solidFill>
                        <a:srgbClr val="777777"/>
                      </a:solidFill>
                    </a:lnT>
                    <a:lnB w="9525">
                      <a:solidFill>
                        <a:srgbClr val="777777"/>
                      </a:solidFill>
                    </a:lnB>
                  </a:tcPr>
                </a:tc>
              </a:tr>
              <a:tr h="349814">
                <a:tc>
                  <a:txBody>
                    <a:bodyPr wrap="square"/>
                    <a:lstStyle/>
                    <a:p>
                      <a:pPr algn="l"/>
                      <a:r>
                        <a:rPr sz="1700" b="0">
                          <a:solidFill>
                            <a:srgbClr val="263044"/>
                          </a:solidFill>
                          <a:latin typeface="Malgun Gothic"/>
                        </a:rPr>
                        <a:t>7 CAD+SCD</a:t>
                      </a:r>
                    </a:p>
                  </a:txBody>
                  <a:tcPr marL="57600" marR="57600" marT="21600" marB="21600" anchor="ctr">
                    <a:solidFill>
                      <a:srgbClr val="FFFFFF"/>
                    </a:solidFill>
                    <a:lnL w="9525">
                      <a:solidFill>
                        <a:srgbClr val="777777"/>
                      </a:solidFill>
                    </a:lnL>
                    <a:lnR w="9525">
                      <a:solidFill>
                        <a:srgbClr val="777777"/>
                      </a:solidFill>
                    </a:lnR>
                    <a:lnT w="9525">
                      <a:solidFill>
                        <a:srgbClr val="777777"/>
                      </a:solidFill>
                    </a:lnT>
                    <a:lnB w="9525">
                      <a:solidFill>
                        <a:srgbClr val="77777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700" b="0">
                          <a:solidFill>
                            <a:srgbClr val="263044"/>
                          </a:solidFill>
                          <a:latin typeface="Malgun Gothic"/>
                        </a:rPr>
                        <a:t>0.77</a:t>
                      </a:r>
                    </a:p>
                  </a:txBody>
                  <a:tcPr marL="57600" marR="57600" marT="21600" marB="21600" anchor="ctr">
                    <a:solidFill>
                      <a:srgbClr val="FFFFFF"/>
                    </a:solidFill>
                    <a:lnL w="9525">
                      <a:solidFill>
                        <a:srgbClr val="777777"/>
                      </a:solidFill>
                    </a:lnL>
                    <a:lnR w="9525">
                      <a:solidFill>
                        <a:srgbClr val="777777"/>
                      </a:solidFill>
                    </a:lnR>
                    <a:lnT w="9525">
                      <a:solidFill>
                        <a:srgbClr val="777777"/>
                      </a:solidFill>
                    </a:lnT>
                    <a:lnB w="9525">
                      <a:solidFill>
                        <a:srgbClr val="77777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700" b="0">
                          <a:solidFill>
                            <a:srgbClr val="263044"/>
                          </a:solidFill>
                          <a:latin typeface="Malgun Gothic"/>
                        </a:rPr>
                        <a:t>0.76</a:t>
                      </a:r>
                    </a:p>
                  </a:txBody>
                  <a:tcPr marL="57600" marR="57600" marT="21600" marB="21600" anchor="ctr">
                    <a:solidFill>
                      <a:srgbClr val="FFFFFF"/>
                    </a:solidFill>
                    <a:lnL w="9525">
                      <a:solidFill>
                        <a:srgbClr val="777777"/>
                      </a:solidFill>
                    </a:lnL>
                    <a:lnR w="9525">
                      <a:solidFill>
                        <a:srgbClr val="777777"/>
                      </a:solidFill>
                    </a:lnR>
                    <a:lnT w="9525">
                      <a:solidFill>
                        <a:srgbClr val="777777"/>
                      </a:solidFill>
                    </a:lnT>
                    <a:lnB w="9525">
                      <a:solidFill>
                        <a:srgbClr val="77777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700" b="0">
                          <a:solidFill>
                            <a:srgbClr val="263044"/>
                          </a:solidFill>
                          <a:latin typeface="Malgun Gothic"/>
                        </a:rPr>
                        <a:t>0.81</a:t>
                      </a:r>
                    </a:p>
                  </a:txBody>
                  <a:tcPr marL="57600" marR="57600" marT="21600" marB="21600" anchor="ctr">
                    <a:solidFill>
                      <a:srgbClr val="FFFFFF"/>
                    </a:solidFill>
                    <a:lnL w="9525">
                      <a:solidFill>
                        <a:srgbClr val="777777"/>
                      </a:solidFill>
                    </a:lnL>
                    <a:lnR w="9525">
                      <a:solidFill>
                        <a:srgbClr val="777777"/>
                      </a:solidFill>
                    </a:lnR>
                    <a:lnT w="9525">
                      <a:solidFill>
                        <a:srgbClr val="777777"/>
                      </a:solidFill>
                    </a:lnT>
                    <a:lnB w="9525">
                      <a:solidFill>
                        <a:srgbClr val="77777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700" b="0">
                          <a:solidFill>
                            <a:srgbClr val="263044"/>
                          </a:solidFill>
                          <a:latin typeface="Malgun Gothic"/>
                        </a:rPr>
                        <a:t>0.72</a:t>
                      </a:r>
                    </a:p>
                  </a:txBody>
                  <a:tcPr marL="57600" marR="57600" marT="21600" marB="21600" anchor="ctr">
                    <a:solidFill>
                      <a:srgbClr val="FFFFFF"/>
                    </a:solidFill>
                    <a:lnL w="9525">
                      <a:solidFill>
                        <a:srgbClr val="777777"/>
                      </a:solidFill>
                    </a:lnL>
                    <a:lnR w="9525">
                      <a:solidFill>
                        <a:srgbClr val="777777"/>
                      </a:solidFill>
                    </a:lnR>
                    <a:lnT w="9525">
                      <a:solidFill>
                        <a:srgbClr val="777777"/>
                      </a:solidFill>
                    </a:lnT>
                    <a:lnB w="9525">
                      <a:solidFill>
                        <a:srgbClr val="77777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700" b="0">
                          <a:solidFill>
                            <a:srgbClr val="263044"/>
                          </a:solidFill>
                          <a:latin typeface="Malgun Gothic"/>
                        </a:rPr>
                        <a:t>0.50</a:t>
                      </a:r>
                    </a:p>
                  </a:txBody>
                  <a:tcPr marL="57600" marR="57600" marT="21600" marB="21600" anchor="ctr">
                    <a:solidFill>
                      <a:srgbClr val="FFFFFF"/>
                    </a:solidFill>
                    <a:lnL w="9525">
                      <a:solidFill>
                        <a:srgbClr val="777777"/>
                      </a:solidFill>
                    </a:lnL>
                    <a:lnR w="9525">
                      <a:solidFill>
                        <a:srgbClr val="777777"/>
                      </a:solidFill>
                    </a:lnR>
                    <a:lnT w="9525">
                      <a:solidFill>
                        <a:srgbClr val="777777"/>
                      </a:solidFill>
                    </a:lnT>
                    <a:lnB w="9525">
                      <a:solidFill>
                        <a:srgbClr val="77777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700" b="0">
                          <a:solidFill>
                            <a:srgbClr val="263044"/>
                          </a:solidFill>
                          <a:latin typeface="Malgun Gothic"/>
                        </a:rPr>
                        <a:t>0.62</a:t>
                      </a:r>
                    </a:p>
                  </a:txBody>
                  <a:tcPr marL="57600" marR="57600" marT="21600" marB="21600" anchor="ctr">
                    <a:solidFill>
                      <a:srgbClr val="FFFFFF"/>
                    </a:solidFill>
                    <a:lnL w="9525">
                      <a:solidFill>
                        <a:srgbClr val="777777"/>
                      </a:solidFill>
                    </a:lnL>
                    <a:lnR w="9525">
                      <a:solidFill>
                        <a:srgbClr val="777777"/>
                      </a:solidFill>
                    </a:lnR>
                    <a:lnT w="9525">
                      <a:solidFill>
                        <a:srgbClr val="777777"/>
                      </a:solidFill>
                    </a:lnT>
                    <a:lnB w="9525">
                      <a:solidFill>
                        <a:srgbClr val="77777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700" b="0">
                          <a:solidFill>
                            <a:srgbClr val="263044"/>
                          </a:solidFill>
                          <a:latin typeface="Malgun Gothic"/>
                        </a:rPr>
                        <a:t>0.68</a:t>
                      </a:r>
                    </a:p>
                  </a:txBody>
                  <a:tcPr marL="57600" marR="57600" marT="21600" marB="21600" anchor="ctr">
                    <a:solidFill>
                      <a:srgbClr val="FFFFFF"/>
                    </a:solidFill>
                    <a:lnL w="9525">
                      <a:solidFill>
                        <a:srgbClr val="777777"/>
                      </a:solidFill>
                    </a:lnL>
                    <a:lnR w="9525">
                      <a:solidFill>
                        <a:srgbClr val="777777"/>
                      </a:solidFill>
                    </a:lnR>
                    <a:lnT w="9525">
                      <a:solidFill>
                        <a:srgbClr val="777777"/>
                      </a:solidFill>
                    </a:lnT>
                    <a:lnB w="9525">
                      <a:solidFill>
                        <a:srgbClr val="77777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700" b="0">
                          <a:solidFill>
                            <a:srgbClr val="263044"/>
                          </a:solidFill>
                          <a:latin typeface="Malgun Gothic"/>
                        </a:rPr>
                        <a:t>0.73</a:t>
                      </a:r>
                    </a:p>
                  </a:txBody>
                  <a:tcPr marL="57600" marR="57600" marT="21600" marB="21600" anchor="ctr">
                    <a:solidFill>
                      <a:srgbClr val="FFFFFF"/>
                    </a:solidFill>
                    <a:lnL w="9525">
                      <a:solidFill>
                        <a:srgbClr val="777777"/>
                      </a:solidFill>
                    </a:lnL>
                    <a:lnR w="9525">
                      <a:solidFill>
                        <a:srgbClr val="777777"/>
                      </a:solidFill>
                    </a:lnR>
                    <a:lnT w="9525">
                      <a:solidFill>
                        <a:srgbClr val="777777"/>
                      </a:solidFill>
                    </a:lnT>
                    <a:lnB w="9525">
                      <a:solidFill>
                        <a:srgbClr val="77777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700" b="0">
                          <a:solidFill>
                            <a:srgbClr val="263044"/>
                          </a:solidFill>
                          <a:latin typeface="Malgun Gothic"/>
                        </a:rPr>
                        <a:t>0.87</a:t>
                      </a:r>
                    </a:p>
                  </a:txBody>
                  <a:tcPr marL="57600" marR="57600" marT="21600" marB="21600" anchor="ctr">
                    <a:solidFill>
                      <a:srgbClr val="FFFFFF"/>
                    </a:solidFill>
                    <a:lnL w="9525">
                      <a:solidFill>
                        <a:srgbClr val="777777"/>
                      </a:solidFill>
                    </a:lnL>
                    <a:lnR w="9525">
                      <a:solidFill>
                        <a:srgbClr val="777777"/>
                      </a:solidFill>
                    </a:lnR>
                    <a:lnT w="9525">
                      <a:solidFill>
                        <a:srgbClr val="777777"/>
                      </a:solidFill>
                    </a:lnT>
                    <a:lnB w="9525">
                      <a:solidFill>
                        <a:srgbClr val="77777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700" b="0">
                          <a:solidFill>
                            <a:srgbClr val="263044"/>
                          </a:solidFill>
                          <a:latin typeface="Malgun Gothic"/>
                        </a:rPr>
                        <a:t>0.83</a:t>
                      </a:r>
                    </a:p>
                  </a:txBody>
                  <a:tcPr marL="57600" marR="57600" marT="21600" marB="21600" anchor="ctr">
                    <a:solidFill>
                      <a:srgbClr val="FFFFFF"/>
                    </a:solidFill>
                    <a:lnL w="9525">
                      <a:solidFill>
                        <a:srgbClr val="777777"/>
                      </a:solidFill>
                    </a:lnL>
                    <a:lnR w="9525">
                      <a:solidFill>
                        <a:srgbClr val="777777"/>
                      </a:solidFill>
                    </a:lnR>
                    <a:lnT w="9525">
                      <a:solidFill>
                        <a:srgbClr val="777777"/>
                      </a:solidFill>
                    </a:lnT>
                    <a:lnB w="9525">
                      <a:solidFill>
                        <a:srgbClr val="77777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700" b="0">
                          <a:solidFill>
                            <a:srgbClr val="263044"/>
                          </a:solidFill>
                          <a:latin typeface="Malgun Gothic"/>
                        </a:rPr>
                        <a:t>0.80</a:t>
                      </a:r>
                    </a:p>
                  </a:txBody>
                  <a:tcPr marL="57600" marR="57600" marT="21600" marB="21600" anchor="ctr">
                    <a:solidFill>
                      <a:srgbClr val="FFFFFF"/>
                    </a:solidFill>
                    <a:lnL w="9525">
                      <a:solidFill>
                        <a:srgbClr val="777777"/>
                      </a:solidFill>
                    </a:lnL>
                    <a:lnR w="9525">
                      <a:solidFill>
                        <a:srgbClr val="777777"/>
                      </a:solidFill>
                    </a:lnR>
                    <a:lnT w="9525">
                      <a:solidFill>
                        <a:srgbClr val="777777"/>
                      </a:solidFill>
                    </a:lnT>
                    <a:lnB w="9525">
                      <a:solidFill>
                        <a:srgbClr val="77777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700" b="0">
                          <a:solidFill>
                            <a:srgbClr val="263044"/>
                          </a:solidFill>
                          <a:latin typeface="Malgun Gothic"/>
                        </a:rPr>
                        <a:t>0.94</a:t>
                      </a:r>
                    </a:p>
                  </a:txBody>
                  <a:tcPr marL="57600" marR="57600" marT="21600" marB="21600" anchor="ctr">
                    <a:solidFill>
                      <a:srgbClr val="FFFFFF"/>
                    </a:solidFill>
                    <a:lnL w="9525">
                      <a:solidFill>
                        <a:srgbClr val="777777"/>
                      </a:solidFill>
                    </a:lnL>
                    <a:lnR w="9525">
                      <a:solidFill>
                        <a:srgbClr val="777777"/>
                      </a:solidFill>
                    </a:lnR>
                    <a:lnT w="9525">
                      <a:solidFill>
                        <a:srgbClr val="777777"/>
                      </a:solidFill>
                    </a:lnT>
                    <a:lnB w="9525">
                      <a:solidFill>
                        <a:srgbClr val="77777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700" b="0">
                          <a:solidFill>
                            <a:srgbClr val="263044"/>
                          </a:solidFill>
                          <a:latin typeface="Malgun Gothic"/>
                        </a:rPr>
                        <a:t>0.77</a:t>
                      </a:r>
                    </a:p>
                  </a:txBody>
                  <a:tcPr marL="57600" marR="57600" marT="21600" marB="21600" anchor="ctr">
                    <a:solidFill>
                      <a:srgbClr val="FFFFFF"/>
                    </a:solidFill>
                    <a:lnL w="9525">
                      <a:solidFill>
                        <a:srgbClr val="777777"/>
                      </a:solidFill>
                    </a:lnL>
                    <a:lnR w="9525">
                      <a:solidFill>
                        <a:srgbClr val="777777"/>
                      </a:solidFill>
                    </a:lnR>
                    <a:lnT w="9525">
                      <a:solidFill>
                        <a:srgbClr val="777777"/>
                      </a:solidFill>
                    </a:lnT>
                    <a:lnB w="9525">
                      <a:solidFill>
                        <a:srgbClr val="77777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700" b="0">
                          <a:solidFill>
                            <a:srgbClr val="263044"/>
                          </a:solidFill>
                          <a:latin typeface="Malgun Gothic"/>
                        </a:rPr>
                        <a:t>0.65</a:t>
                      </a:r>
                    </a:p>
                  </a:txBody>
                  <a:tcPr marL="57600" marR="57600" marT="21600" marB="21600" anchor="ctr">
                    <a:solidFill>
                      <a:srgbClr val="FFFFFF"/>
                    </a:solidFill>
                    <a:lnL w="9525">
                      <a:solidFill>
                        <a:srgbClr val="777777"/>
                      </a:solidFill>
                    </a:lnL>
                    <a:lnR w="9525">
                      <a:solidFill>
                        <a:srgbClr val="777777"/>
                      </a:solidFill>
                    </a:lnR>
                    <a:lnT w="9525">
                      <a:solidFill>
                        <a:srgbClr val="777777"/>
                      </a:solidFill>
                    </a:lnT>
                    <a:lnB w="9525">
                      <a:solidFill>
                        <a:srgbClr val="77777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700" b="0">
                          <a:solidFill>
                            <a:srgbClr val="263044"/>
                          </a:solidFill>
                          <a:latin typeface="Malgun Gothic"/>
                        </a:rPr>
                        <a:t>0.76</a:t>
                      </a:r>
                    </a:p>
                  </a:txBody>
                  <a:tcPr marL="57600" marR="57600" marT="21600" marB="21600" anchor="ctr">
                    <a:solidFill>
                      <a:srgbClr val="FFFFFF"/>
                    </a:solidFill>
                    <a:lnL w="9525">
                      <a:solidFill>
                        <a:srgbClr val="777777"/>
                      </a:solidFill>
                    </a:lnL>
                    <a:lnR w="9525">
                      <a:solidFill>
                        <a:srgbClr val="777777"/>
                      </a:solidFill>
                    </a:lnR>
                    <a:lnT w="9525">
                      <a:solidFill>
                        <a:srgbClr val="777777"/>
                      </a:solidFill>
                    </a:lnT>
                    <a:lnB w="9525">
                      <a:solidFill>
                        <a:srgbClr val="777777"/>
                      </a:solidFill>
                    </a:lnB>
                  </a:tcPr>
                </a:tc>
              </a:tr>
              <a:tr h="349814">
                <a:tc>
                  <a:txBody>
                    <a:bodyPr wrap="square"/>
                    <a:lstStyle/>
                    <a:p>
                      <a:pPr algn="l"/>
                      <a:r>
                        <a:rPr sz="1700" b="0">
                          <a:solidFill>
                            <a:srgbClr val="263044"/>
                          </a:solidFill>
                          <a:latin typeface="Malgun Gothic"/>
                        </a:rPr>
                        <a:t>8 HyDE+CAD+SCD</a:t>
                      </a:r>
                    </a:p>
                  </a:txBody>
                  <a:tcPr marL="57600" marR="57600" marT="21600" marB="21600" anchor="ctr">
                    <a:solidFill>
                      <a:srgbClr val="FFFFFF"/>
                    </a:solidFill>
                    <a:lnL w="9525">
                      <a:solidFill>
                        <a:srgbClr val="777777"/>
                      </a:solidFill>
                    </a:lnL>
                    <a:lnR w="9525">
                      <a:solidFill>
                        <a:srgbClr val="777777"/>
                      </a:solidFill>
                    </a:lnR>
                    <a:lnT w="9525">
                      <a:solidFill>
                        <a:srgbClr val="777777"/>
                      </a:solidFill>
                    </a:lnT>
                    <a:lnB w="9525">
                      <a:solidFill>
                        <a:srgbClr val="77777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700" b="1">
                          <a:solidFill>
                            <a:srgbClr val="263044"/>
                          </a:solidFill>
                          <a:latin typeface="Malgun Gothic"/>
                        </a:rPr>
                        <a:t>0.93</a:t>
                      </a:r>
                    </a:p>
                  </a:txBody>
                  <a:tcPr marL="57600" marR="57600" marT="21600" marB="21600" anchor="ctr">
                    <a:solidFill>
                      <a:srgbClr val="FFFFFF"/>
                    </a:solidFill>
                    <a:lnL w="9525">
                      <a:solidFill>
                        <a:srgbClr val="777777"/>
                      </a:solidFill>
                    </a:lnL>
                    <a:lnR w="9525">
                      <a:solidFill>
                        <a:srgbClr val="777777"/>
                      </a:solidFill>
                    </a:lnR>
                    <a:lnT w="9525">
                      <a:solidFill>
                        <a:srgbClr val="777777"/>
                      </a:solidFill>
                    </a:lnT>
                    <a:lnB w="9525">
                      <a:solidFill>
                        <a:srgbClr val="77777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700" b="0">
                          <a:solidFill>
                            <a:srgbClr val="263044"/>
                          </a:solidFill>
                          <a:latin typeface="Malgun Gothic"/>
                        </a:rPr>
                        <a:t>0.76</a:t>
                      </a:r>
                    </a:p>
                  </a:txBody>
                  <a:tcPr marL="57600" marR="57600" marT="21600" marB="21600" anchor="ctr">
                    <a:solidFill>
                      <a:srgbClr val="FFFFFF"/>
                    </a:solidFill>
                    <a:lnL w="9525">
                      <a:solidFill>
                        <a:srgbClr val="777777"/>
                      </a:solidFill>
                    </a:lnL>
                    <a:lnR w="9525">
                      <a:solidFill>
                        <a:srgbClr val="777777"/>
                      </a:solidFill>
                    </a:lnR>
                    <a:lnT w="9525">
                      <a:solidFill>
                        <a:srgbClr val="777777"/>
                      </a:solidFill>
                    </a:lnT>
                    <a:lnB w="9525">
                      <a:solidFill>
                        <a:srgbClr val="77777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700" b="1">
                          <a:solidFill>
                            <a:srgbClr val="263044"/>
                          </a:solidFill>
                          <a:latin typeface="Malgun Gothic"/>
                        </a:rPr>
                        <a:t>0.83</a:t>
                      </a:r>
                    </a:p>
                  </a:txBody>
                  <a:tcPr marL="57600" marR="57600" marT="21600" marB="21600" anchor="ctr">
                    <a:solidFill>
                      <a:srgbClr val="FFFFFF"/>
                    </a:solidFill>
                    <a:lnL w="9525">
                      <a:solidFill>
                        <a:srgbClr val="777777"/>
                      </a:solidFill>
                    </a:lnL>
                    <a:lnR w="9525">
                      <a:solidFill>
                        <a:srgbClr val="777777"/>
                      </a:solidFill>
                    </a:lnR>
                    <a:lnT w="9525">
                      <a:solidFill>
                        <a:srgbClr val="777777"/>
                      </a:solidFill>
                    </a:lnT>
                    <a:lnB w="9525">
                      <a:solidFill>
                        <a:srgbClr val="77777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700" b="0">
                          <a:solidFill>
                            <a:srgbClr val="263044"/>
                          </a:solidFill>
                          <a:latin typeface="Malgun Gothic"/>
                        </a:rPr>
                        <a:t>0.67</a:t>
                      </a:r>
                    </a:p>
                  </a:txBody>
                  <a:tcPr marL="57600" marR="57600" marT="21600" marB="21600" anchor="ctr">
                    <a:solidFill>
                      <a:srgbClr val="FFFFFF"/>
                    </a:solidFill>
                    <a:lnL w="9525">
                      <a:solidFill>
                        <a:srgbClr val="777777"/>
                      </a:solidFill>
                    </a:lnL>
                    <a:lnR w="9525">
                      <a:solidFill>
                        <a:srgbClr val="777777"/>
                      </a:solidFill>
                    </a:lnR>
                    <a:lnT w="9525">
                      <a:solidFill>
                        <a:srgbClr val="777777"/>
                      </a:solidFill>
                    </a:lnT>
                    <a:lnB w="9525">
                      <a:solidFill>
                        <a:srgbClr val="77777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700" b="0">
                          <a:solidFill>
                            <a:srgbClr val="263044"/>
                          </a:solidFill>
                          <a:latin typeface="Malgun Gothic"/>
                        </a:rPr>
                        <a:t>0.65</a:t>
                      </a:r>
                    </a:p>
                  </a:txBody>
                  <a:tcPr marL="57600" marR="57600" marT="21600" marB="21600" anchor="ctr">
                    <a:solidFill>
                      <a:srgbClr val="FFFFFF"/>
                    </a:solidFill>
                    <a:lnL w="9525">
                      <a:solidFill>
                        <a:srgbClr val="777777"/>
                      </a:solidFill>
                    </a:lnL>
                    <a:lnR w="9525">
                      <a:solidFill>
                        <a:srgbClr val="777777"/>
                      </a:solidFill>
                    </a:lnR>
                    <a:lnT w="9525">
                      <a:solidFill>
                        <a:srgbClr val="777777"/>
                      </a:solidFill>
                    </a:lnT>
                    <a:lnB w="9525">
                      <a:solidFill>
                        <a:srgbClr val="77777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700" b="0">
                          <a:solidFill>
                            <a:srgbClr val="263044"/>
                          </a:solidFill>
                          <a:latin typeface="Malgun Gothic"/>
                        </a:rPr>
                        <a:t>0.69</a:t>
                      </a:r>
                    </a:p>
                  </a:txBody>
                  <a:tcPr marL="57600" marR="57600" marT="21600" marB="21600" anchor="ctr">
                    <a:solidFill>
                      <a:srgbClr val="FFFFFF"/>
                    </a:solidFill>
                    <a:lnL w="9525">
                      <a:solidFill>
                        <a:srgbClr val="777777"/>
                      </a:solidFill>
                    </a:lnL>
                    <a:lnR w="9525">
                      <a:solidFill>
                        <a:srgbClr val="777777"/>
                      </a:solidFill>
                    </a:lnR>
                    <a:lnT w="9525">
                      <a:solidFill>
                        <a:srgbClr val="777777"/>
                      </a:solidFill>
                    </a:lnT>
                    <a:lnB w="9525">
                      <a:solidFill>
                        <a:srgbClr val="77777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700" b="0">
                          <a:solidFill>
                            <a:srgbClr val="263044"/>
                          </a:solidFill>
                          <a:latin typeface="Malgun Gothic"/>
                        </a:rPr>
                        <a:t>0.68</a:t>
                      </a:r>
                    </a:p>
                  </a:txBody>
                  <a:tcPr marL="57600" marR="57600" marT="21600" marB="21600" anchor="ctr">
                    <a:solidFill>
                      <a:srgbClr val="FFFFFF"/>
                    </a:solidFill>
                    <a:lnL w="9525">
                      <a:solidFill>
                        <a:srgbClr val="777777"/>
                      </a:solidFill>
                    </a:lnL>
                    <a:lnR w="9525">
                      <a:solidFill>
                        <a:srgbClr val="777777"/>
                      </a:solidFill>
                    </a:lnR>
                    <a:lnT w="9525">
                      <a:solidFill>
                        <a:srgbClr val="777777"/>
                      </a:solidFill>
                    </a:lnT>
                    <a:lnB w="9525">
                      <a:solidFill>
                        <a:srgbClr val="77777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700" b="1">
                          <a:solidFill>
                            <a:srgbClr val="263044"/>
                          </a:solidFill>
                          <a:latin typeface="Malgun Gothic"/>
                        </a:rPr>
                        <a:t>0.76</a:t>
                      </a:r>
                    </a:p>
                  </a:txBody>
                  <a:tcPr marL="57600" marR="57600" marT="21600" marB="21600" anchor="ctr">
                    <a:solidFill>
                      <a:srgbClr val="FFFFFF"/>
                    </a:solidFill>
                    <a:lnL w="9525">
                      <a:solidFill>
                        <a:srgbClr val="777777"/>
                      </a:solidFill>
                    </a:lnL>
                    <a:lnR w="9525">
                      <a:solidFill>
                        <a:srgbClr val="777777"/>
                      </a:solidFill>
                    </a:lnR>
                    <a:lnT w="9525">
                      <a:solidFill>
                        <a:srgbClr val="777777"/>
                      </a:solidFill>
                    </a:lnT>
                    <a:lnB w="9525">
                      <a:solidFill>
                        <a:srgbClr val="77777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700" b="0">
                          <a:solidFill>
                            <a:srgbClr val="263044"/>
                          </a:solidFill>
                          <a:latin typeface="Malgun Gothic"/>
                        </a:rPr>
                        <a:t>0.81</a:t>
                      </a:r>
                    </a:p>
                  </a:txBody>
                  <a:tcPr marL="57600" marR="57600" marT="21600" marB="21600" anchor="ctr">
                    <a:solidFill>
                      <a:srgbClr val="FFFFFF"/>
                    </a:solidFill>
                    <a:lnL w="9525">
                      <a:solidFill>
                        <a:srgbClr val="777777"/>
                      </a:solidFill>
                    </a:lnL>
                    <a:lnR w="9525">
                      <a:solidFill>
                        <a:srgbClr val="777777"/>
                      </a:solidFill>
                    </a:lnR>
                    <a:lnT w="9525">
                      <a:solidFill>
                        <a:srgbClr val="777777"/>
                      </a:solidFill>
                    </a:lnT>
                    <a:lnB w="9525">
                      <a:solidFill>
                        <a:srgbClr val="77777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700" b="0">
                          <a:solidFill>
                            <a:srgbClr val="263044"/>
                          </a:solidFill>
                          <a:latin typeface="Malgun Gothic"/>
                        </a:rPr>
                        <a:t>0.78</a:t>
                      </a:r>
                    </a:p>
                  </a:txBody>
                  <a:tcPr marL="57600" marR="57600" marT="21600" marB="21600" anchor="ctr">
                    <a:solidFill>
                      <a:srgbClr val="FFFFFF"/>
                    </a:solidFill>
                    <a:lnL w="9525">
                      <a:solidFill>
                        <a:srgbClr val="777777"/>
                      </a:solidFill>
                    </a:lnL>
                    <a:lnR w="9525">
                      <a:solidFill>
                        <a:srgbClr val="777777"/>
                      </a:solidFill>
                    </a:lnR>
                    <a:lnT w="9525">
                      <a:solidFill>
                        <a:srgbClr val="777777"/>
                      </a:solidFill>
                    </a:lnT>
                    <a:lnB w="9525">
                      <a:solidFill>
                        <a:srgbClr val="77777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700" b="1">
                          <a:solidFill>
                            <a:srgbClr val="263044"/>
                          </a:solidFill>
                          <a:latin typeface="Malgun Gothic"/>
                        </a:rPr>
                        <a:t>0.96</a:t>
                      </a:r>
                    </a:p>
                  </a:txBody>
                  <a:tcPr marL="57600" marR="57600" marT="21600" marB="21600" anchor="ctr">
                    <a:solidFill>
                      <a:srgbClr val="FFFFFF"/>
                    </a:solidFill>
                    <a:lnL w="9525">
                      <a:solidFill>
                        <a:srgbClr val="777777"/>
                      </a:solidFill>
                    </a:lnL>
                    <a:lnR w="9525">
                      <a:solidFill>
                        <a:srgbClr val="777777"/>
                      </a:solidFill>
                    </a:lnR>
                    <a:lnT w="9525">
                      <a:solidFill>
                        <a:srgbClr val="777777"/>
                      </a:solidFill>
                    </a:lnT>
                    <a:lnB w="9525">
                      <a:solidFill>
                        <a:srgbClr val="77777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700" b="1">
                          <a:solidFill>
                            <a:srgbClr val="263044"/>
                          </a:solidFill>
                          <a:latin typeface="Malgun Gothic"/>
                        </a:rPr>
                        <a:t>1.00</a:t>
                      </a:r>
                    </a:p>
                  </a:txBody>
                  <a:tcPr marL="57600" marR="57600" marT="21600" marB="21600" anchor="ctr">
                    <a:solidFill>
                      <a:srgbClr val="FFFFFF"/>
                    </a:solidFill>
                    <a:lnL w="9525">
                      <a:solidFill>
                        <a:srgbClr val="777777"/>
                      </a:solidFill>
                    </a:lnL>
                    <a:lnR w="9525">
                      <a:solidFill>
                        <a:srgbClr val="777777"/>
                      </a:solidFill>
                    </a:lnR>
                    <a:lnT w="9525">
                      <a:solidFill>
                        <a:srgbClr val="777777"/>
                      </a:solidFill>
                    </a:lnT>
                    <a:lnB w="9525">
                      <a:solidFill>
                        <a:srgbClr val="77777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700" b="0">
                          <a:solidFill>
                            <a:srgbClr val="263044"/>
                          </a:solidFill>
                          <a:latin typeface="Malgun Gothic"/>
                        </a:rPr>
                        <a:t>0.74</a:t>
                      </a:r>
                    </a:p>
                  </a:txBody>
                  <a:tcPr marL="57600" marR="57600" marT="21600" marB="21600" anchor="ctr">
                    <a:solidFill>
                      <a:srgbClr val="FFFFFF"/>
                    </a:solidFill>
                    <a:lnL w="9525">
                      <a:solidFill>
                        <a:srgbClr val="777777"/>
                      </a:solidFill>
                    </a:lnL>
                    <a:lnR w="9525">
                      <a:solidFill>
                        <a:srgbClr val="777777"/>
                      </a:solidFill>
                    </a:lnR>
                    <a:lnT w="9525">
                      <a:solidFill>
                        <a:srgbClr val="777777"/>
                      </a:solidFill>
                    </a:lnT>
                    <a:lnB w="9525">
                      <a:solidFill>
                        <a:srgbClr val="77777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700" b="0">
                          <a:solidFill>
                            <a:srgbClr val="263044"/>
                          </a:solidFill>
                          <a:latin typeface="Malgun Gothic"/>
                        </a:rPr>
                        <a:t>0.69</a:t>
                      </a:r>
                    </a:p>
                  </a:txBody>
                  <a:tcPr marL="57600" marR="57600" marT="21600" marB="21600" anchor="ctr">
                    <a:solidFill>
                      <a:srgbClr val="FFFFFF"/>
                    </a:solidFill>
                    <a:lnL w="9525">
                      <a:solidFill>
                        <a:srgbClr val="777777"/>
                      </a:solidFill>
                    </a:lnL>
                    <a:lnR w="9525">
                      <a:solidFill>
                        <a:srgbClr val="777777"/>
                      </a:solidFill>
                    </a:lnR>
                    <a:lnT w="9525">
                      <a:solidFill>
                        <a:srgbClr val="777777"/>
                      </a:solidFill>
                    </a:lnT>
                    <a:lnB w="9525">
                      <a:solidFill>
                        <a:srgbClr val="777777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700" b="0">
                          <a:solidFill>
                            <a:srgbClr val="263044"/>
                          </a:solidFill>
                          <a:latin typeface="Malgun Gothic"/>
                        </a:rPr>
                        <a:t>0.79</a:t>
                      </a:r>
                    </a:p>
                  </a:txBody>
                  <a:tcPr marL="57600" marR="57600" marT="21600" marB="21600" anchor="ctr">
                    <a:solidFill>
                      <a:srgbClr val="FFFFFF"/>
                    </a:solidFill>
                    <a:lnL w="9525">
                      <a:solidFill>
                        <a:srgbClr val="777777"/>
                      </a:solidFill>
                    </a:lnL>
                    <a:lnR w="9525">
                      <a:solidFill>
                        <a:srgbClr val="777777"/>
                      </a:solidFill>
                    </a:lnR>
                    <a:lnT w="9525">
                      <a:solidFill>
                        <a:srgbClr val="777777"/>
                      </a:solidFill>
                    </a:lnT>
                    <a:lnB w="9525">
                      <a:solidFill>
                        <a:srgbClr val="777777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792000" y="21272190"/>
            <a:ext cx="19800000" cy="318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>
                <a:solidFill>
                  <a:srgbClr val="263044"/>
                </a:solidFill>
                <a:latin typeface="Malgun Gothic"/>
                <a:ea typeface="Malgun Gothic"/>
              </a:rPr>
              <a:t>- 충실도, 정밀도, 재현율의 굵은 값은 SCD 미적용 조건과 적용 조건 안에서 각각 구한 최댓값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2000" y="21680726"/>
            <a:ext cx="19800000" cy="318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>
                <a:solidFill>
                  <a:srgbClr val="263044"/>
                </a:solidFill>
                <a:latin typeface="Malgun Gothic"/>
                <a:ea typeface="Malgun Gothic"/>
              </a:rPr>
              <a:t>- 관련성은 방법 질문에서 HyDE가 0.57에서 0.74로, 충실도는 수치 질문에서 CAD가 0.83에서 0.90으로 높임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980000" y="22233262"/>
            <a:ext cx="9612000" cy="468000"/>
          </a:xfrm>
          <a:prstGeom prst="rect">
            <a:avLst/>
          </a:prstGeom>
          <a:solidFill>
            <a:srgbClr val="6951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124000" y="22258462"/>
            <a:ext cx="9324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FFFFFF"/>
                </a:solidFill>
                <a:latin typeface="Malgun Gothic"/>
                <a:ea typeface="Malgun Gothic"/>
              </a:rPr>
              <a:t>06 결론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80000" y="22845262"/>
            <a:ext cx="9612000" cy="3520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0">
                <a:solidFill>
                  <a:srgbClr val="263044"/>
                </a:solidFill>
                <a:latin typeface="Malgun Gothic"/>
                <a:ea typeface="Malgun Gothic"/>
              </a:rPr>
              <a:t>- 한 지표가 중요하면 기법 하나(관련성, 개념과 결과 질문은 HyDE)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80000" y="23566018"/>
            <a:ext cx="9612000" cy="3520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0">
                <a:solidFill>
                  <a:srgbClr val="263044"/>
                </a:solidFill>
                <a:latin typeface="Malgun Gothic"/>
                <a:ea typeface="Malgun Gothic"/>
              </a:rPr>
              <a:t>- 수치 질문은 정답 구간의 검색을 확인하고 충실도는 HyDE+CAD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80000" y="24286774"/>
            <a:ext cx="9612000" cy="3520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0">
                <a:solidFill>
                  <a:srgbClr val="263044"/>
                </a:solidFill>
                <a:latin typeface="Malgun Gothic"/>
                <a:ea typeface="Malgun Gothic"/>
              </a:rPr>
              <a:t>- 한국어 답변은 세 기법(방법 질문 세 지표가 SCD 단독보다 높음)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80000" y="25007530"/>
            <a:ext cx="9612000" cy="3520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0">
                <a:solidFill>
                  <a:srgbClr val="263044"/>
                </a:solidFill>
                <a:latin typeface="Malgun Gothic"/>
                <a:ea typeface="Malgun Gothic"/>
              </a:rPr>
              <a:t>- 조합은 HyDE 단독보다 관련성이 낮고 일관된 이득은 SCD의 한국어 비율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980000" y="26096976"/>
            <a:ext cx="9612000" cy="468000"/>
          </a:xfrm>
          <a:prstGeom prst="rect">
            <a:avLst/>
          </a:prstGeom>
          <a:solidFill>
            <a:srgbClr val="6951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124000" y="26122176"/>
            <a:ext cx="9324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FFFFFF"/>
                </a:solidFill>
                <a:latin typeface="Malgun Gothic"/>
                <a:ea typeface="Malgun Gothic"/>
              </a:rPr>
              <a:t>07 실제 답변에서 확인한 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80000" y="26708976"/>
            <a:ext cx="9612000" cy="3520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0">
                <a:solidFill>
                  <a:srgbClr val="263044"/>
                </a:solidFill>
                <a:latin typeface="Malgun Gothic"/>
                <a:ea typeface="Malgun Gothic"/>
              </a:rPr>
              <a:t>- BIC 질문은 HyDE가 근거 구간을 찾아 관련성이 0.00에서 0.89로 오름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80000" y="27429732"/>
            <a:ext cx="9612000" cy="3520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0">
                <a:solidFill>
                  <a:srgbClr val="263044"/>
                </a:solidFill>
                <a:latin typeface="Malgun Gothic"/>
                <a:ea typeface="Malgun Gothic"/>
              </a:rPr>
              <a:t>- QuALITY 질문은 HyDE 후 73.68이 빠져 관련성이 0.87에서 0.00으로 내림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80000" y="28150488"/>
            <a:ext cx="9612000" cy="3520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0">
                <a:solidFill>
                  <a:srgbClr val="263044"/>
                </a:solidFill>
                <a:latin typeface="Malgun Gothic"/>
                <a:ea typeface="Malgun Gothic"/>
              </a:rPr>
              <a:t>- XSUM 질문은 CAD가 다른 행 수치를 옮겼는데 충실도가 0.53에서 0.87로 오름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80000" y="28871244"/>
            <a:ext cx="9612000" cy="3520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0">
                <a:solidFill>
                  <a:srgbClr val="263044"/>
                </a:solidFill>
                <a:latin typeface="Malgun Gothic"/>
                <a:ea typeface="Malgun Gothic"/>
              </a:rPr>
              <a:t>- RAG 이점 질문은 CAD 후 지시문만 남아 관련성이 0.90에서 0.00으로 내림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92000" y="22233262"/>
            <a:ext cx="9612000" cy="468000"/>
          </a:xfrm>
          <a:prstGeom prst="rect">
            <a:avLst/>
          </a:prstGeom>
          <a:solidFill>
            <a:srgbClr val="6951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6000" y="22258462"/>
            <a:ext cx="9324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FFFFFF"/>
                </a:solidFill>
                <a:latin typeface="Malgun Gothic"/>
                <a:ea typeface="Malgun Gothic"/>
              </a:rPr>
              <a:t>05 방법 질문 25개의 원점수 평행좌표</a:t>
            </a:r>
          </a:p>
        </p:txBody>
      </p:sp>
      <p:pic>
        <p:nvPicPr>
          <p:cNvPr id="44" name="Picture 43" descr="poster_parall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000" y="22845262"/>
            <a:ext cx="9612000" cy="5990352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792000" y="28871614"/>
            <a:ext cx="9612000" cy="637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>
                <a:solidFill>
                  <a:srgbClr val="263044"/>
                </a:solidFill>
                <a:latin typeface="Malgun Gothic"/>
                <a:ea typeface="Malgun Gothic"/>
              </a:rPr>
              <a:t>- HyDE 적용 후 관련성 축의 선이 위로 모이고
  관련성 0점 답변이 5개에서 1개로 줄어듦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2000" y="29706686"/>
            <a:ext cx="19800000" cy="3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263044"/>
                </a:solidFill>
                <a:latin typeface="Malgun Gothic"/>
                <a:ea typeface="Malgun Gothic"/>
              </a:rPr>
              <a:t>[1] Lewis et al., RAG, NeurIPS 2020   [2] Gao et al., HyDE, ACL 2023   [3] Shi et al., CAD, NAACL 2024   [4] Li et al., SCD, AAAI 2026   [5] Es et al., RAGAs, EACL 2024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