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63761efb2c4ea9" /><Relationship Type="http://schemas.openxmlformats.org/officeDocument/2006/relationships/extended-properties" Target="/docProps/app.xml" Id="R2826c26f08ba43ee" /><Relationship Type="http://schemas.openxmlformats.org/officeDocument/2006/relationships/officeDocument" Target="/ppt/presentation.xml" Id="Raf4e2ef487144b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f3c017d2a5488f"/>
  </p:sldMasterIdLst>
  <p:notesMasterIdLst>
    <p:notesMasterId xmlns:r="http://schemas.openxmlformats.org/officeDocument/2006/relationships" r:id="R60ff3679b08a4961"/>
  </p:notesMasterIdLst>
  <p:sldIdLst>
    <p:sldId xmlns:r="http://schemas.openxmlformats.org/officeDocument/2006/relationships" id="256" r:id="R6b3fc6651fc04e5d"/>
    <p:sldId xmlns:r="http://schemas.openxmlformats.org/officeDocument/2006/relationships" id="257" r:id="Rd1a8b9b5314a43ab"/>
    <p:sldId xmlns:r="http://schemas.openxmlformats.org/officeDocument/2006/relationships" id="258" r:id="R619f6ec5e1a64218"/>
    <p:sldId xmlns:r="http://schemas.openxmlformats.org/officeDocument/2006/relationships" id="259" r:id="Rcfc1b50eb61c4bf7"/>
    <p:sldId xmlns:r="http://schemas.openxmlformats.org/officeDocument/2006/relationships" id="260" r:id="Rae2cc7210d5641cf"/>
    <p:sldId xmlns:r="http://schemas.openxmlformats.org/officeDocument/2006/relationships" id="261" r:id="Rb29110f612bf4659"/>
    <p:sldId xmlns:r="http://schemas.openxmlformats.org/officeDocument/2006/relationships" id="262" r:id="Rb5898d63b3404160"/>
    <p:sldId xmlns:r="http://schemas.openxmlformats.org/officeDocument/2006/relationships" id="263" r:id="Rac3d0e29e9104811"/>
    <p:sldId xmlns:r="http://schemas.openxmlformats.org/officeDocument/2006/relationships" id="264" r:id="R6fd0ce8a1c8b48e7"/>
    <p:sldId xmlns:r="http://schemas.openxmlformats.org/officeDocument/2006/relationships" id="265" r:id="Raf765ed486eb4ce8"/>
    <p:sldId xmlns:r="http://schemas.openxmlformats.org/officeDocument/2006/relationships" id="266" r:id="R7a6c28d4f1434709"/>
    <p:sldId xmlns:r="http://schemas.openxmlformats.org/officeDocument/2006/relationships" id="267" r:id="R06b47defb4a04a95"/>
    <p:sldId xmlns:r="http://schemas.openxmlformats.org/officeDocument/2006/relationships" id="268" r:id="R6cbc1eadff0a46e0"/>
    <p:sldId xmlns:r="http://schemas.openxmlformats.org/officeDocument/2006/relationships" id="269" r:id="Rb547f2cc530b4e76"/>
  </p:sldIdLst>
  <p:sldSz cx="1143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c806dc1c2a41e0" /><Relationship Type="http://schemas.openxmlformats.org/officeDocument/2006/relationships/slideMaster" Target="/ppt/slideMasters/slideMaster1.xml" Id="Rcaf3c017d2a5488f" /><Relationship Type="http://schemas.openxmlformats.org/officeDocument/2006/relationships/notesMaster" Target="/ppt/notesMasters/notesMaster1.xml" Id="R60ff3679b08a4961" /><Relationship Type="http://schemas.openxmlformats.org/officeDocument/2006/relationships/presProps" Target="/ppt/presProps.xml" Id="Rbd6729e336744c13" /><Relationship Type="http://schemas.openxmlformats.org/officeDocument/2006/relationships/tableStyles" Target="/ppt/tableStyles.xml" Id="R856e0150e5d04c0b" /><Relationship Type="http://schemas.openxmlformats.org/officeDocument/2006/relationships/slide" Target="/ppt/slides/slide1.xml" Id="R6b3fc6651fc04e5d" /><Relationship Type="http://schemas.openxmlformats.org/officeDocument/2006/relationships/slide" Target="/ppt/slides/slide2.xml" Id="Rd1a8b9b5314a43ab" /><Relationship Type="http://schemas.openxmlformats.org/officeDocument/2006/relationships/slide" Target="/ppt/slides/slide3.xml" Id="R619f6ec5e1a64218" /><Relationship Type="http://schemas.openxmlformats.org/officeDocument/2006/relationships/slide" Target="/ppt/slides/slide4.xml" Id="Rcfc1b50eb61c4bf7" /><Relationship Type="http://schemas.openxmlformats.org/officeDocument/2006/relationships/slide" Target="/ppt/slides/slide5.xml" Id="Rae2cc7210d5641cf" /><Relationship Type="http://schemas.openxmlformats.org/officeDocument/2006/relationships/slide" Target="/ppt/slides/slide6.xml" Id="Rb29110f612bf4659" /><Relationship Type="http://schemas.openxmlformats.org/officeDocument/2006/relationships/slide" Target="/ppt/slides/slide7.xml" Id="Rb5898d63b3404160" /><Relationship Type="http://schemas.openxmlformats.org/officeDocument/2006/relationships/slide" Target="/ppt/slides/slide8.xml" Id="Rac3d0e29e9104811" /><Relationship Type="http://schemas.openxmlformats.org/officeDocument/2006/relationships/slide" Target="/ppt/slides/slide9.xml" Id="R6fd0ce8a1c8b48e7" /><Relationship Type="http://schemas.openxmlformats.org/officeDocument/2006/relationships/slide" Target="/ppt/slides/slide10.xml" Id="Raf765ed486eb4ce8" /><Relationship Type="http://schemas.openxmlformats.org/officeDocument/2006/relationships/slide" Target="/ppt/slides/slide11.xml" Id="R7a6c28d4f1434709" /><Relationship Type="http://schemas.openxmlformats.org/officeDocument/2006/relationships/slide" Target="/ppt/slides/slide12.xml" Id="R06b47defb4a04a95" /><Relationship Type="http://schemas.openxmlformats.org/officeDocument/2006/relationships/slide" Target="/ppt/slides/slide13.xml" Id="R6cbc1eadff0a46e0" /><Relationship Type="http://schemas.openxmlformats.org/officeDocument/2006/relationships/slide" Target="/ppt/slides/slide14.xml" Id="Rb547f2cc530b4e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67d711ee144c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4f3eee421642ac" /><Relationship Type="http://schemas.openxmlformats.org/officeDocument/2006/relationships/notesMaster" Target="/ppt/notesMasters/notesMaster1.xml" Id="R73eed3ada4bd48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766d8f97c74e6c" /><Relationship Type="http://schemas.openxmlformats.org/officeDocument/2006/relationships/notesMaster" Target="/ppt/notesMasters/notesMaster1.xml" Id="Ra611ab7ec2204f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abf7b6e7d14133" /><Relationship Type="http://schemas.openxmlformats.org/officeDocument/2006/relationships/notesMaster" Target="/ppt/notesMasters/notesMaster1.xml" Id="Rbfc4eb72ea0543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a223aca3b64e8b" /><Relationship Type="http://schemas.openxmlformats.org/officeDocument/2006/relationships/notesMaster" Target="/ppt/notesMasters/notesMaster1.xml" Id="Rfd47df7ff48e41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69276bf493415f" /><Relationship Type="http://schemas.openxmlformats.org/officeDocument/2006/relationships/notesMaster" Target="/ppt/notesMasters/notesMaster1.xml" Id="Rc6dff055d83444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b7d8d292a748fc" /><Relationship Type="http://schemas.openxmlformats.org/officeDocument/2006/relationships/notesMaster" Target="/ppt/notesMasters/notesMaster1.xml" Id="Rb02aa9c1cb1945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2c930257b1476f" /><Relationship Type="http://schemas.openxmlformats.org/officeDocument/2006/relationships/notesMaster" Target="/ppt/notesMasters/notesMaster1.xml" Id="R3499dd2d5b4c4d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26478bd8704aaa" /><Relationship Type="http://schemas.openxmlformats.org/officeDocument/2006/relationships/notesMaster" Target="/ppt/notesMasters/notesMaster1.xml" Id="R993a136f68424b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94f5c90265469d" /><Relationship Type="http://schemas.openxmlformats.org/officeDocument/2006/relationships/notesMaster" Target="/ppt/notesMasters/notesMaster1.xml" Id="R89bb71ba542b47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7e6f4980b6461c" /><Relationship Type="http://schemas.openxmlformats.org/officeDocument/2006/relationships/notesMaster" Target="/ppt/notesMasters/notesMaster1.xml" Id="Rd108df197ba548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31716b690d4daa" /><Relationship Type="http://schemas.openxmlformats.org/officeDocument/2006/relationships/notesMaster" Target="/ppt/notesMasters/notesMaster1.xml" Id="R6f1167987c6348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88da83356845bc" /><Relationship Type="http://schemas.openxmlformats.org/officeDocument/2006/relationships/notesMaster" Target="/ppt/notesMasters/notesMaster1.xml" Id="Rc669965af15440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9fad7d78214416" /><Relationship Type="http://schemas.openxmlformats.org/officeDocument/2006/relationships/notesMaster" Target="/ppt/notesMasters/notesMaster1.xml" Id="R12e0332452ad4f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3a7003896e4000" /><Relationship Type="http://schemas.openxmlformats.org/officeDocument/2006/relationships/notesMaster" Target="/ppt/notesMasters/notesMaster1.xml" Id="Re5668aaf5def4a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기법을 한국어 질문과 영어 학술논문의 조합에 적용한 비교 실험이다. 문서 4편에 대한 질문 19개를 사용하였다.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논문과 같은 장 순서로 발표한다.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RAG: Lewis et al., NeurIPS 2020. JHARS: https://www.anlp.jp/proceedings/annual_meeting/2025/pdf_dir/Q2-17.pdf. 언어 차이 자체의 검색 손실은 이번 실험에서 직접 측정하지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대상 논문은 질문에 지정되어 있다. 모든 논문 중 관련 논문을 찾는 평가가 아니다. 웹 앱이나 사용자 독해 향상도 평가하지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HyDE https://aclanthology.org/2023.acl-long.99/ ; CAD https://aclanthology.org/2024.naacl-short.69/ ; SCD https://arxiv.org/abs/2511.09984 . 세 기법 모두 선행연구가 제안했다. 본 연구는 적용과 비교를 수행한다.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HyDE는 검색 전에 적용한다. CAD와 SCD는 생성이 끝난 후가 아니라 다음 토큰을 선택하기 전에 적용한다. 도식은 적용 위치를 나타내며 항상 세 기법을 모두 켠다는 뜻은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코드: experiments/runners/main_generation_executor.py. CAD fixed alpha=0.5. SCD reference_scd alpha=1.1 beta=0.9 Tstart=5. 재정렬 점수순 정렬 뒤 위치 재배치를 거친 배열에서 문단을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 품질 비교: HyDE-off, SCD-off 19쌍. SCD 대칭 품질 비교: HyDE-off 38쌍. HyDE-on에서는 가상 문서가 조건별로 다시 생성되어 모든 문맥이 동일하지 않다.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RAGAS 0.2.15. HyDE/CAD: gpt-4o 점수의 SCD-off 행, 19질문 paired bootstrap 200000회. SCD 품질: 영어/한국어 대칭 패널, 두 judge, 19질문 cluster bootstrap 10000회. 한국어 비율은 자연스러움이나 의미 보존 지표가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docs/PAPER/THESIS_KO.md 표 2 및 verify_current_thesis_results.py. 각 19쌍. HyDE의 다른 품질 지표는 개선이 확인되지 않았다. CAD는 품질 개선을 확인하지 못했다.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experiments/results/analysis/reference_scd_language_adherence.json. 3쌍 감소, 5쌍 동률. 기준 미만 26개 중 15개 회복, 반대 방향 1개. 모든 언어 이탈을 해결한 것은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experiments/reports/reference_scd_symmetric_cross_judge_report.md 및 최종 생성 JSONL. Faithfulness 모든 구간 0 포함. Answer relevancy는 gpt-4o에서만 0 제외. 두 평가 모델은 같은 제공자이며 정규화 번역은 gpt-4o를 사용했다. 한국어 답변 번역은 SCD-off 23/38, on 11/38. BM25 후보 0건은 5질문×8조건=40건이며 나머지 112건의 BM25 후보는 8개였다.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본 연구의 기여는 해당 응용 조건에서 기존 기법의 효과와 한계를 비교한 데 있다. 19개 질문의 결과이므로 일반적인 우수성으로 확대하지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HyDE: https://aclanthology.org/2023.acl-long.99/</a:t>
            </a:r>
          </a:p>
          <a:p xmlns:a="http://schemas.openxmlformats.org/drawingml/2006/main">
            <a:r>
              <a:t>CAD: https://aclanthology.org/2024.naacl-short.69/</a:t>
            </a:r>
          </a:p>
          <a:p xmlns:a="http://schemas.openxmlformats.org/drawingml/2006/main">
            <a:r>
              <a:t>SCD: https://doi.org/10.1609/aaai.v40i37.40417</a:t>
            </a:r>
          </a:p>
          <a:p xmlns:a="http://schemas.openxmlformats.org/drawingml/2006/main">
            <a:r>
              <a:t>JHARS: https://www.anlp.jp/proceedings/annual_meeting/2025/pdf_dir/Q2-17.pdf</a:t>
            </a:r>
          </a:p>
          <a:p xmlns:a="http://schemas.openxmlformats.org/drawingml/2006/main">
            <a:r>
              <a:t>전체 참고문헌과 수치: docs/PAPER/output/application_study/졸업논문_적용실험_교정본.md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3e1846e5e4a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4bb838e13e441f" /><Relationship Type="http://schemas.openxmlformats.org/officeDocument/2006/relationships/slideLayout" Target="/ppt/slideLayouts/slideLayout1.xml" Id="R5ddc54d8b25747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dc54d8b25747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a8386182e4f90" /><Relationship Type="http://schemas.openxmlformats.org/officeDocument/2006/relationships/notesSlide" Target="/ppt/notesSlides/notesSlide1.xml" Id="R1c206139c4614a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dd86d1fce40f7" /><Relationship Type="http://schemas.openxmlformats.org/officeDocument/2006/relationships/notesSlide" Target="/ppt/notesSlides/notesSlide2.xml" Id="R084164febf7f4e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775abec634567" /><Relationship Type="http://schemas.openxmlformats.org/officeDocument/2006/relationships/notesSlide" Target="/ppt/notesSlides/notesSlide3.xml" Id="R83df79a319be4c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b7a9da91544a0" /><Relationship Type="http://schemas.openxmlformats.org/officeDocument/2006/relationships/notesSlide" Target="/ppt/notesSlides/notesSlide4.xml" Id="Rf88de69ddc5a49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ec0a4375a48ba" /><Relationship Type="http://schemas.openxmlformats.org/officeDocument/2006/relationships/notesSlide" Target="/ppt/notesSlides/notesSlide5.xml" Id="R20201d7dcc3f4d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43a19173f41df" /><Relationship Type="http://schemas.openxmlformats.org/officeDocument/2006/relationships/notesSlide" Target="/ppt/notesSlides/notesSlide6.xml" Id="R0caed50393314e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17cf83725430a" /><Relationship Type="http://schemas.openxmlformats.org/officeDocument/2006/relationships/notesSlide" Target="/ppt/notesSlides/notesSlide7.xml" Id="R7353a18ae87243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a2f1bd102450c" /><Relationship Type="http://schemas.openxmlformats.org/officeDocument/2006/relationships/notesSlide" Target="/ppt/notesSlides/notesSlide8.xml" Id="R7d957bac2df145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f47d3a7284d97" /><Relationship Type="http://schemas.openxmlformats.org/officeDocument/2006/relationships/notesSlide" Target="/ppt/notesSlides/notesSlide9.xml" Id="R244773f8f4c444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7f0eac61740fa" /><Relationship Type="http://schemas.openxmlformats.org/officeDocument/2006/relationships/notesSlide" Target="/ppt/notesSlides/notesSlide10.xml" Id="Rf1b5333d6e294e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faed416704398" /><Relationship Type="http://schemas.openxmlformats.org/officeDocument/2006/relationships/notesSlide" Target="/ppt/notesSlides/notesSlide11.xml" Id="R686ce874006e46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3c628e53849f8" /><Relationship Type="http://schemas.openxmlformats.org/officeDocument/2006/relationships/notesSlide" Target="/ppt/notesSlides/notesSlide12.xml" Id="R5d7c9f558a344d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3f0ab1ee744fa" /><Relationship Type="http://schemas.openxmlformats.org/officeDocument/2006/relationships/notesSlide" Target="/ppt/notesSlides/notesSlide13.xml" Id="Rb3dfed8f238e4a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0a3e77ef043d5" /><Relationship Type="http://schemas.openxmlformats.org/officeDocument/2006/relationships/notesSlide" Target="/ppt/notesSlides/notesSlide14.xml" Id="R14e7006aee024d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D4312-D733-468A-A6B7-6223ED89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한국어 질의 기반 영어 학술논문 RAG에서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1FB68-CE32-4D8F-8380-C9AD522C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90875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HyDE, CAD, SCD의 적용 효과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2CBFE-A728-4DB6-B5BA-21D43F71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95725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Application Effects of HyDE, CAD, and SCD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F288A-7750-4DF9-B7FF-48FEBBE4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00575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in RAG over English Academic Papers with Korean Queries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C1BCB-6649-4DB9-869E-4A28101F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0200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645252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42C33-FDF1-4BDF-B0F6-3F24D33D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목차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ED2A9-38B7-4AA3-A5F5-5063FD74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1. 서론 · 연구 목적과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A17F4-B4D0-4303-8B3E-5376A70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2. 이론적 배경 · 선행연구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44F00-3DD4-4AEF-8922-2CED858E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3. 시스템 설계 / 4. 프로그램 구현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07206-75E2-4C4E-99BF-39F12747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5. 실험 · 평가와 결과 / 6. 결론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CAB3F-F367-40F9-B85E-F137DEA8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0200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519352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41A9F-D33F-43B3-ABC6-48D2570E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1. 서론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CDCFD-7CA1-4B47-B823-D4B8194E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LLM은 근거에 없는 내용을 생성할 수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DF3D8-E91C-4BA8-B504-5BA6CC7E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RAG는 외부 근거를 제공하지만 생성 오류가 남는다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F58DF-2974-4EF5-B644-294019BB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영어 논문을 한국어로 묻는 상황에서는 언어 차이도 고려해야 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4F399-0E14-48FD-909D-E3A01F9F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0200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430064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08BAF-D602-45E6-B736-73F6D1A1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연구 목적과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AD14C-75E8-4886-A853-949AA4C8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논문 근거에 충실한 한국어 답변을 얻고자 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996BF-3C3D-40D6-A0AC-DAB90F3E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선택된 영어 논문 안에서 질문에 맞는 문단을 검색한다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490D8-97C5-4B85-AAF6-F7EAD3CE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기존 기법의 적용 여부에 따른 변화를 비교한다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8F543-31F8-4FCE-84D2-99D8AEF4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0200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22377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41D1F-2BAC-4809-9553-240F6E87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2. 이론적 배경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7F53B-B495-4A8F-98F1-8D086DAD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HyDE · Gao 등 2023  |  가상 문서로 검색 표현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33CE3-D3D3-4C5A-84BF-9612ECFA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CAD · Shi 등 2024  |  문맥 유무의 생성 점수 대조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74945-1E3C-4378-89E0-D7EA34BD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SCD · Li 등  |  목표 언어에 따라 생성 점수 조정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704EF-97B6-4165-B1FD-BA9DCDC9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0200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37682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48E0D3-C2C8-4025-88B3-F903F1AB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3. 시스템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0AC14-AA3F-4DD5-8608-6D65086E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5717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33FC3-6308-492F-8B55-08FB8079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384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한국어 질문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5EB96-922D-49FA-83D6-DEBCC782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717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64558-DE79-49CC-A0ED-7D2EA546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384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검색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A499C-7704-40B0-97E0-5863C4D3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717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E173D-26E6-4FA3-92F7-B8A0D8C8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384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BE129-F872-47B1-A94F-316867C3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32DD3-2063-4D7A-BCFE-75615C06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384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한국어 답변</a:t>
            </a:r>
          </a:p>
        </p:txBody>
      </p:sp>
      <p:cxnSp>
        <p:nvCxnSpPr>
          <p:cNvPr id="29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428875" y="30480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3333"/>
            </a:solidFill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238750" y="30480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3333"/>
            </a:solidFill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143875" y="30480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3333"/>
            </a:solidFill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89C65-4A30-47AC-A28C-D25CF5D3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E91EA-5046-4D95-8464-9AA6E300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76775"/>
            <a:ext cx="1657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영어 논문</a:t>
            </a:r>
          </a:p>
        </p:txBody>
      </p:sp>
      <p:cxnSp>
        <p:nvCxnSpPr>
          <p:cNvPr id="34" name=""/>
          <p:cNvCxnSpPr>
            <a:stCxn xmlns:a="http://schemas.openxmlformats.org/drawingml/2006/main" id="13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4238625" y="352425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3333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C02CF-FE25-458E-84F6-7C0B3BAB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002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검색 전 HyDE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C14C5-5C5F-4719-AB85-8629248E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00250"/>
            <a:ext cx="2800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생성 중 CAD · SCD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069F1D-C532-4971-A756-12DEA852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81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실제 논문 문맥을 답변 근거로 제공한다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29AA85-6C21-4145-B1B9-67C0C74B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0200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061662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ADC42-BABA-4448-B833-EFB1B0FD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4. 프로그램 구현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47FE5-4852-4CD0-A5BF-F3682541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BGE-M3 · BM25 · 가중 RRF · CrossEncoder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647DE-60FA-45BA-A934-63B22B4A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Mi:dm 2.0 Base · 최종 답변 greedy · 최대 512 tokens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2B175-C520-41F4-9E83-0DECB3C0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HyDE 가상 문서: sampling · temperature 0.1 · top_p 0.9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FCA47-6B25-4E7D-9400-279F08D3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후보 8개 · 재정렬 8개 · 문맥 5개 · 압축 후 생성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5968C-5E87-41C4-9398-53278280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0200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837215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37176-784C-4EC8-8FAE-D8993416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5. 실험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CA91E-DD63-4CC4-98B2-C93DC808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HyDE × CAD × SCD의 적용 여부로 여덟 조건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26F31-68D3-4806-AC12-1E196E85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영어 논문 4편 · 한국어 질문 19개 · 답변 152개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2916A-BE29-4D8E-802A-5137A862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서로 다른 질문은 19개이며 조건별로 답변을 생성한다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1592C-D7B2-49C4-94AF-C16D4684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CAD와 SCD의 품질 비교는 동일 문맥 조건을 사용한다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F327F-9DC1-48EE-B8F5-91E13D6A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0200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038500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850A3-1BF5-4AB3-8538-9D8411A0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평가 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FBDE4-1ED4-47B7-A95A-67A69A8B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내용  |  근거 충실도 · 질문 관련성 · 문맥 지표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E6C4D-5E9E-4F18-AB0E-A818638D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언어  |  한글 수 ÷ (한글 수 + 영문 알파벳 수)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81115-F71C-4286-8B6F-90B481B9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언어 이탈  |  한국어 문자 비율 0.5 미만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F2D88-600C-4A4D-BBEA-DE2FE1C9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질문별 대응 차이와 95% 신뢰구간으로 결과를 해석한다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ADA04-2C28-4CAB-B576-A85E2516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0200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216139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0F68C-1833-412D-8960-6ADC0888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HyDE와 CAD의 품질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3220A-01C0-4356-A648-808FB9D3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HyDE 질문 관련성  +0.0303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017AC-719C-4C1F-BB8B-B3DA4BB8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95% 신뢰구간  [+0.0016, +0.0615]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46936-3E6A-4FB8-83D1-42AD1584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CAD 근거 충실도  +0.0023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B4CA6-91CE-426B-A7DC-22D72F8C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95% 신뢰구간  [−0.0903, +0.0952]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E6EA8-CEA4-48D3-A0D4-9657125F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0200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732519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E0BEB-6AF8-4A09-9629-BA35392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SCD의 한국어 출력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1C8EE-3E75-42EB-806B-9EDD874B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한국어 문자 비율의 평균 차이  +0.2203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42BC2-6B0B-4D02-B370-B774E28F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언어 이탈 출력  26/76 → 12/76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F22D2-9358-4D8B-B084-52926740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76쌍 중 68쌍에서 비율이 0.02보다 크게 증가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BF1E9-B2B7-4CCC-9B69-F25FD39F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동일 문맥 38쌍에서도 평균 차이 +0.2198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912EB-6839-4078-B830-E59B9395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0200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565259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EA00D-53AB-4391-BF4E-18551E23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내용 품질과 한계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79CB3-973A-4A4A-9C30-D343F1C0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SCD의 품질 변화는 두 평가 모델에서 일관되지 않았다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43C65-C01B-4329-80AE-F91A412C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번역만 적용한 검색과의 비교와 사람 평가는 없다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45DB7-9F02-4AB1-8D86-C19B69D1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SCD 품질 평가는 생성 후 번역과 평가 모델의 영향을 받는다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BBEC8-BF30-43C3-AF6B-6F4561B7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RAG 논문 질문 40건은 BM25 후보 없이 검색되었다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E3CD4-AFD4-41C3-BCD8-3585CC6E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0200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75550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D7979-A31D-4A91-8F11-06261F07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6. 결론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A9699-ADB0-4DD1-B03D-6BDE6874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영어 학술논문에 대한 한국어 질의응답에 기존 기법을 적용했다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2DA82-9C40-4B2D-8DEF-3C10873F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HyDE의 질문 관련성은 소폭 높아졌고 CAD 개선은 확인되지 않았다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F7605-2942-4DDF-83B7-1C3C153C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SCD의 한국어 출력 비율이 높아졌지만 내용 품질은 불확실했다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BA081-6D5A-42CF-9725-05527D3B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더 다양한 질문과 번역 대조, 사람 평가가 후속 과제로 남는다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C9506-B485-4E16-A6FA-D895F3B0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0200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231058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13A05-E0EB-4306-A0C3-9B894244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주요 참고문헌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48B15-A854-4310-B1A7-2488987C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Gao 등, HyDE, ACL 2023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DC9A1-9593-4C02-99AB-85E87A99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Shi 등, Context-aware Decoding, NAACL 2024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DEA20-D4B6-410F-9A5A-34A35444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Li 등, Language Drift / SCD, AAAI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E7B40-FA6F-496C-85B2-CC7A3107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亀井 등, JHARS, 言語処理学会 2025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6FC28-6895-442A-BF3A-60E21262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0200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81621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2026-09-07T14:25:54.9160000Z</dcterms:created>
  <dcterms:modified xsi:type="dcterms:W3CDTF">2026-09-07T14:25:54.9160000Z</dcterms:modified>
</coreProperties>
</file>